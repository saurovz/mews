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71" r:id="rId4"/>
  </p:sldMasterIdLst>
  <p:notesMasterIdLst>
    <p:notesMasterId r:id="rId10"/>
  </p:notesMasterIdLst>
  <p:handoutMasterIdLst>
    <p:handoutMasterId r:id="rId11"/>
  </p:handoutMasterIdLst>
  <p:sldIdLst>
    <p:sldId id="2147482508" r:id="rId5"/>
    <p:sldId id="2147482507" r:id="rId6"/>
    <p:sldId id="2147482510" r:id="rId7"/>
    <p:sldId id="2147482509" r:id="rId8"/>
    <p:sldId id="2147482511" r:id="rId9"/>
  </p:sldIdLst>
  <p:sldSz cx="9144000" cy="5143500" type="screen16x9"/>
  <p:notesSz cx="6950075" cy="9236075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A485D6D-BEF1-432F-87CD-80E0E0F87BCD}">
          <p14:sldIdLst>
            <p14:sldId id="2147482508"/>
            <p14:sldId id="2147482507"/>
            <p14:sldId id="2147482510"/>
            <p14:sldId id="2147482509"/>
            <p14:sldId id="21474825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0D8723-147D-E88C-27F2-1B714E626317}" name="Cotton, Rachel" initials="CR" userId="S::rcotton@teksystems.com::a15f27c3-9135-48d6-b545-a0b570dd93a2" providerId="AD"/>
  <p188:author id="{588D0E61-98C0-2491-0114-3ED323A2FD81}" name="Green, Taylor" initials="GT" userId="S::taygreen@teksystems.com::fd045514-eaae-43fa-8e61-ce5c793221d4" providerId="AD"/>
  <p188:author id="{BFF498F4-A348-BE8C-3C1C-2DD0091CCB19}" name="Pandey, Karmendra" initials="PK" userId="S::karpandey@teksystems.com::b7f02ce6-ce70-4106-bf84-3f76642bfbc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rry, Sarah" initials="DS" lastIdx="115" clrIdx="0">
    <p:extLst>
      <p:ext uri="{19B8F6BF-5375-455C-9EA6-DF929625EA0E}">
        <p15:presenceInfo xmlns:p15="http://schemas.microsoft.com/office/powerpoint/2012/main" userId="S::sderry@teksystems.com::efd35076-f954-4d5a-ada1-12450bf389e7" providerId="AD"/>
      </p:ext>
    </p:extLst>
  </p:cmAuthor>
  <p:cmAuthor id="2" name="Falconer, Courtney" initials="FC" lastIdx="25" clrIdx="1">
    <p:extLst>
      <p:ext uri="{19B8F6BF-5375-455C-9EA6-DF929625EA0E}">
        <p15:presenceInfo xmlns:p15="http://schemas.microsoft.com/office/powerpoint/2012/main" userId="S::cfalconer@onenorth.com::fd6f0d06-b22b-46a4-b69f-9614360544a8" providerId="AD"/>
      </p:ext>
    </p:extLst>
  </p:cmAuthor>
  <p:cmAuthor id="3" name="Collin Koetz" initials="CK" lastIdx="26" clrIdx="2">
    <p:extLst>
      <p:ext uri="{19B8F6BF-5375-455C-9EA6-DF929625EA0E}">
        <p15:presenceInfo xmlns:p15="http://schemas.microsoft.com/office/powerpoint/2012/main" userId="S::ckoetz@onenorth.com::ed3fe308-6d21-47ce-91d8-110da2c2a802" providerId="AD"/>
      </p:ext>
    </p:extLst>
  </p:cmAuthor>
  <p:cmAuthor id="4" name="Sirois, Roxanne" initials="SR" lastIdx="2" clrIdx="3">
    <p:extLst>
      <p:ext uri="{19B8F6BF-5375-455C-9EA6-DF929625EA0E}">
        <p15:presenceInfo xmlns:p15="http://schemas.microsoft.com/office/powerpoint/2012/main" userId="S::rsirois@teksystems.com::b7e13e8b-6c60-43d6-9ecb-24d4e5aa2e07" providerId="AD"/>
      </p:ext>
    </p:extLst>
  </p:cmAuthor>
  <p:cmAuthor id="5" name="Loganathan, Nithya" initials="LN" lastIdx="17" clrIdx="4">
    <p:extLst>
      <p:ext uri="{19B8F6BF-5375-455C-9EA6-DF929625EA0E}">
        <p15:presenceInfo xmlns:p15="http://schemas.microsoft.com/office/powerpoint/2012/main" userId="S::nilogana@teksystems.com::cefeccdd-d906-4adc-b5a7-6d4a2a67349f" providerId="AD"/>
      </p:ext>
    </p:extLst>
  </p:cmAuthor>
  <p:cmAuthor id="6" name="Vrajich, Sasha" initials="VS" lastIdx="2" clrIdx="5">
    <p:extLst>
      <p:ext uri="{19B8F6BF-5375-455C-9EA6-DF929625EA0E}">
        <p15:presenceInfo xmlns:p15="http://schemas.microsoft.com/office/powerpoint/2012/main" userId="S::svrajich@teksystems.com::3a0e4fb3-75fe-4b9d-9e67-b1cc0a44659f" providerId="AD"/>
      </p:ext>
    </p:extLst>
  </p:cmAuthor>
  <p:cmAuthor id="7" name="Thum, Peter" initials="TP" lastIdx="7" clrIdx="6">
    <p:extLst>
      <p:ext uri="{19B8F6BF-5375-455C-9EA6-DF929625EA0E}">
        <p15:presenceInfo xmlns:p15="http://schemas.microsoft.com/office/powerpoint/2012/main" userId="S::pthum@teksystems.com::0ec06e37-954f-46d0-a8fc-e8e30bb2e067" providerId="AD"/>
      </p:ext>
    </p:extLst>
  </p:cmAuthor>
  <p:cmAuthor id="8" name="TEKsystems (FD)" initials="TGS" lastIdx="10" clrIdx="7">
    <p:extLst>
      <p:ext uri="{19B8F6BF-5375-455C-9EA6-DF929625EA0E}">
        <p15:presenceInfo xmlns:p15="http://schemas.microsoft.com/office/powerpoint/2012/main" userId="TEKsystems (FD)" providerId="None"/>
      </p:ext>
    </p:extLst>
  </p:cmAuthor>
  <p:cmAuthor id="9" name="Ostrander, Eric" initials="OE" lastIdx="1" clrIdx="8">
    <p:extLst>
      <p:ext uri="{19B8F6BF-5375-455C-9EA6-DF929625EA0E}">
        <p15:presenceInfo xmlns:p15="http://schemas.microsoft.com/office/powerpoint/2012/main" userId="S::eostrand@teksystems.com::600ec572-5ec7-448a-8179-5dc93737ecc3" providerId="AD"/>
      </p:ext>
    </p:extLst>
  </p:cmAuthor>
  <p:cmAuthor id="10" name="Perrone, David J." initials="PJ" lastIdx="5" clrIdx="9">
    <p:extLst>
      <p:ext uri="{19B8F6BF-5375-455C-9EA6-DF929625EA0E}">
        <p15:presenceInfo xmlns:p15="http://schemas.microsoft.com/office/powerpoint/2012/main" userId="S::dperrone@teksystems.com::dcb4a59a-342c-4cb1-a064-082bc1a03669" providerId="AD"/>
      </p:ext>
    </p:extLst>
  </p:cmAuthor>
  <p:cmAuthor id="11" name="Barnes, Daniel" initials="BD" lastIdx="1" clrIdx="10">
    <p:extLst>
      <p:ext uri="{19B8F6BF-5375-455C-9EA6-DF929625EA0E}">
        <p15:presenceInfo xmlns:p15="http://schemas.microsoft.com/office/powerpoint/2012/main" userId="S::dbarnes@teksystems.com::c8f8be6d-1b7d-4e3b-9da4-6702a13e62f1" providerId="AD"/>
      </p:ext>
    </p:extLst>
  </p:cmAuthor>
  <p:cmAuthor id="12" name="Fittz, Scott" initials="FS" lastIdx="58" clrIdx="11">
    <p:extLst>
      <p:ext uri="{19B8F6BF-5375-455C-9EA6-DF929625EA0E}">
        <p15:presenceInfo xmlns:p15="http://schemas.microsoft.com/office/powerpoint/2012/main" userId="S::sfittz@teksystems.com::d48c0dd4-75bf-4b36-98bb-1c9e44f46f16" providerId="AD"/>
      </p:ext>
    </p:extLst>
  </p:cmAuthor>
  <p:cmAuthor id="13" name="Singer, Kevin Michael" initials="SM" lastIdx="2" clrIdx="12">
    <p:extLst>
      <p:ext uri="{19B8F6BF-5375-455C-9EA6-DF929625EA0E}">
        <p15:presenceInfo xmlns:p15="http://schemas.microsoft.com/office/powerpoint/2012/main" userId="S::kevsinge@teksystems.com::f4aef4d6-7f5a-40a3-80b0-8cdb3cc50c8f" providerId="AD"/>
      </p:ext>
    </p:extLst>
  </p:cmAuthor>
  <p:cmAuthor id="14" name="Wozny, Corey J." initials="WJ" lastIdx="2" clrIdx="13">
    <p:extLst>
      <p:ext uri="{19B8F6BF-5375-455C-9EA6-DF929625EA0E}">
        <p15:presenceInfo xmlns:p15="http://schemas.microsoft.com/office/powerpoint/2012/main" userId="S::cwozny@teksystems.com::2dfed2f0-f4cf-406c-897d-e2a56ee224c0" providerId="AD"/>
      </p:ext>
    </p:extLst>
  </p:cmAuthor>
  <p:cmAuthor id="15" name="Day, Fiona" initials="DF" lastIdx="2" clrIdx="14">
    <p:extLst>
      <p:ext uri="{19B8F6BF-5375-455C-9EA6-DF929625EA0E}">
        <p15:presenceInfo xmlns:p15="http://schemas.microsoft.com/office/powerpoint/2012/main" userId="S::fday@teksystems.com::f52aa3c0-027a-4f72-86fd-0f6352436c99" providerId="AD"/>
      </p:ext>
    </p:extLst>
  </p:cmAuthor>
  <p:cmAuthor id="16" name="Fazenbaker, Michelle" initials="FM" lastIdx="8" clrIdx="15">
    <p:extLst>
      <p:ext uri="{19B8F6BF-5375-455C-9EA6-DF929625EA0E}">
        <p15:presenceInfo xmlns:p15="http://schemas.microsoft.com/office/powerpoint/2012/main" userId="S::mfazenbaker@teksystems.com::ce58a51d-e078-4253-8f71-ac816a556d7d" providerId="AD"/>
      </p:ext>
    </p:extLst>
  </p:cmAuthor>
  <p:cmAuthor id="17" name="Zazeski, Diana" initials="ZD" lastIdx="2" clrIdx="16">
    <p:extLst>
      <p:ext uri="{19B8F6BF-5375-455C-9EA6-DF929625EA0E}">
        <p15:presenceInfo xmlns:p15="http://schemas.microsoft.com/office/powerpoint/2012/main" userId="S::dzazeski@teksystems.com::56344a2c-5391-4ab5-89f3-35012f1be28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AA7E"/>
    <a:srgbClr val="A9CBB0"/>
    <a:srgbClr val="E5EEE6"/>
    <a:srgbClr val="F7E6E6"/>
    <a:srgbClr val="F8C088"/>
    <a:srgbClr val="0B2340"/>
    <a:srgbClr val="BCD900"/>
    <a:srgbClr val="0097D9"/>
    <a:srgbClr val="95D9F8"/>
    <a:srgbClr val="717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556" autoAdjust="0"/>
    <p:restoredTop sz="93447" autoAdjust="0"/>
  </p:normalViewPr>
  <p:slideViewPr>
    <p:cSldViewPr snapToGrid="0">
      <p:cViewPr varScale="1">
        <p:scale>
          <a:sx n="96" d="100"/>
          <a:sy n="96" d="100"/>
        </p:scale>
        <p:origin x="76" y="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696" y="2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B954CA-2F34-E948-86B9-C944E6B6AB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BAAEE-99EF-D54A-AED3-A72AC3F899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500BE106-9E8F-5E4B-8372-DEE3BFEF72D4}" type="datetimeFigureOut">
              <a:rPr lang="en-US" smtClean="0">
                <a:latin typeface="Arial" panose="020B0604020202020204" pitchFamily="34" charset="0"/>
              </a:rPr>
              <a:t>11/5/2025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E8305-73AA-6840-97B7-0D64D061AB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07463-666A-0F49-9FC4-D93C4E87AC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946DF961-5305-434E-95F8-41B09B72669A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50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C78EF0-0DF0-8442-8A08-5681612D9C6F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2455D1DE-A7B1-4046-BEEF-D8F8EFF4F4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1B8D-07C2-411B-4B86-09C48B3A8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5D756-6784-D43A-E056-4F7804DB0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4ABC3-25B9-7A63-A31E-40E4E5A19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E6572-B63B-F8C8-9D7A-372F08ACE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FA0AA4-7643-41E3-9418-B471A4568A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406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99236-8F92-FB1D-E662-94EA916A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7D7D8-A8AC-A439-E1AB-86C9F7BFA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8AE55-51F2-E0E4-EEB3-1E4355B64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359A1-6752-C8C2-4CA8-E5E89495A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FA0AA4-7643-41E3-9418-B471A4568A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177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F609-B051-F275-8D99-6B5373D8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0E0B3-2357-4573-381E-CE7852B65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678F3-3CEE-30B0-47A1-60AAAFEFD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0D382-B4CF-91EC-2A5E-D7A73A68F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FA0AA4-7643-41E3-9418-B471A4568A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690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090E3-2D6E-071A-615C-6650C110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187A9-6F06-25E3-E4D5-DFA704CC4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2A77E-695C-8331-CD6B-5F639F5B2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A746B-A91D-1694-8933-8209626E7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FA0AA4-7643-41E3-9418-B471A4568A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726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0970-FA60-7778-209F-626F9C8C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5E7C3-255E-50C0-9E9E-6B3C34832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D094C-17F8-930C-F7DA-3C23D3153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8EBCE-2A6C-A8C9-4D20-9315CD71A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FA0AA4-7643-41E3-9418-B471A4568A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27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C8BDED2-6799-3392-B6AD-A084A0867F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0" y="119479"/>
            <a:ext cx="3317340" cy="50226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F75A9-93A8-0F25-58EC-B79DAA6CB14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46099" y="879816"/>
            <a:ext cx="4788290" cy="94898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966B48E-8DDC-43F9-5819-F4E6B0B02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6098" y="4023067"/>
            <a:ext cx="3246994" cy="31535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E2B4B5-D27C-25E5-B08B-3BE16CD19A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098" y="3202072"/>
            <a:ext cx="3317340" cy="208619"/>
          </a:xfrm>
        </p:spPr>
        <p:txBody>
          <a:bodyPr anchor="ctr">
            <a:no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85126A-BA0F-E67A-2984-3744BC7960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098" y="550285"/>
            <a:ext cx="3346847" cy="194072"/>
          </a:xfrm>
        </p:spPr>
        <p:txBody>
          <a:bodyPr anchor="ctr"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94204E7-BFB1-CB31-2AF7-88DFC1BEAE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734388" y="4773047"/>
            <a:ext cx="147005" cy="1500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C20DFEB-A2DD-2892-5437-49A6AFD9771F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rgbClr val="00A8D8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76B7D19-A33D-2A86-074A-5E8F05A742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46098" y="1986484"/>
            <a:ext cx="4788290" cy="208619"/>
          </a:xfrm>
        </p:spPr>
        <p:txBody>
          <a:bodyPr anchor="ctr">
            <a:noAutofit/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4232379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w/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70EB39B5-FA04-EBB8-730D-40293AEE4558}"/>
              </a:ext>
            </a:extLst>
          </p:cNvPr>
          <p:cNvSpPr/>
          <p:nvPr/>
        </p:nvSpPr>
        <p:spPr>
          <a:xfrm rot="5400000">
            <a:off x="-1343025" y="1343025"/>
            <a:ext cx="5143500" cy="245745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C6DC00"/>
              </a:gs>
              <a:gs pos="100000">
                <a:srgbClr val="0095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7ACF19-0841-DF57-47AB-22044EDEFA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9777" y="1713399"/>
            <a:ext cx="5136338" cy="107847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Section Title— Recommended two lines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BE17DE1-7F0B-972D-AC63-D42F8BF048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69778" y="2889099"/>
            <a:ext cx="4394501" cy="442592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35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Optional subhead goes here, but try to keep it to no more than one or two lines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88CF2C-C8C0-27EE-DEA9-AE3B99C7A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4388" y="4773047"/>
            <a:ext cx="147005" cy="150042"/>
          </a:xfrm>
          <a:prstGeom prst="rect">
            <a:avLst/>
          </a:prstGeom>
        </p:spPr>
      </p:pic>
      <p:sp>
        <p:nvSpPr>
          <p:cNvPr id="2" name="Round Same Side Corner Rectangle 3">
            <a:extLst>
              <a:ext uri="{FF2B5EF4-FFF2-40B4-BE49-F238E27FC236}">
                <a16:creationId xmlns:a16="http://schemas.microsoft.com/office/drawing/2014/main" id="{AECDEC8E-5030-9AB9-6AE4-08B465DE19BC}"/>
              </a:ext>
            </a:extLst>
          </p:cNvPr>
          <p:cNvSpPr/>
          <p:nvPr userDrawn="1"/>
        </p:nvSpPr>
        <p:spPr>
          <a:xfrm rot="5400000">
            <a:off x="-1343025" y="1343025"/>
            <a:ext cx="5143500" cy="245745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6D06E81-E611-D77B-D4BC-D40F12ED3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4388" y="4773047"/>
            <a:ext cx="147005" cy="150042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DB1F7A-B4A5-5F9A-B84D-C7677E3BB0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314325" y="2571750"/>
            <a:ext cx="2771775" cy="2571750"/>
          </a:xfrm>
        </p:spPr>
        <p:txBody>
          <a:bodyPr anchor="b">
            <a:normAutofit/>
          </a:bodyPr>
          <a:lstStyle>
            <a:lvl1pPr>
              <a:defRPr sz="16875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895976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Or Text">
            <a:extLst>
              <a:ext uri="{FF2B5EF4-FFF2-40B4-BE49-F238E27FC236}">
                <a16:creationId xmlns:a16="http://schemas.microsoft.com/office/drawing/2014/main" id="{EBC24698-1358-D39C-49B0-BFD26FCBD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201" y="495604"/>
            <a:ext cx="3422603" cy="1624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rgbClr val="007698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TABLE OF CONTENTS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5F9A67-2A38-A1CE-8BEB-A66E4B32CE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01" y="825338"/>
            <a:ext cx="3422603" cy="2576502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style – two lines max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A58E21-1F0A-E47E-935E-1A82D19E67CB}"/>
              </a:ext>
            </a:extLst>
          </p:cNvPr>
          <p:cNvCxnSpPr>
            <a:cxnSpLocks/>
          </p:cNvCxnSpPr>
          <p:nvPr/>
        </p:nvCxnSpPr>
        <p:spPr>
          <a:xfrm>
            <a:off x="4629150" y="497615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35BF9DFF-4A41-E15B-9D6B-F8ED4ED572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629149" y="638888"/>
            <a:ext cx="3562350" cy="36857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8" name="Content Placeholder 25">
            <a:extLst>
              <a:ext uri="{FF2B5EF4-FFF2-40B4-BE49-F238E27FC236}">
                <a16:creationId xmlns:a16="http://schemas.microsoft.com/office/drawing/2014/main" id="{DBBE619A-B50F-C168-0E2A-BAD588E48A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91500" y="638887"/>
            <a:ext cx="495301" cy="368572"/>
          </a:xfrm>
        </p:spPr>
        <p:txBody>
          <a:bodyPr anchor="t">
            <a:noAutofit/>
          </a:bodyPr>
          <a:lstStyle>
            <a:lvl1pPr algn="r">
              <a:defRPr sz="105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AB575B-4BDE-1F6C-BA2D-13E9FC62A646}"/>
              </a:ext>
            </a:extLst>
          </p:cNvPr>
          <p:cNvCxnSpPr>
            <a:cxnSpLocks/>
          </p:cNvCxnSpPr>
          <p:nvPr/>
        </p:nvCxnSpPr>
        <p:spPr>
          <a:xfrm>
            <a:off x="4629150" y="1175795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25">
            <a:extLst>
              <a:ext uri="{FF2B5EF4-FFF2-40B4-BE49-F238E27FC236}">
                <a16:creationId xmlns:a16="http://schemas.microsoft.com/office/drawing/2014/main" id="{A104C6A2-70D5-CA62-5C0B-106B7FEC0C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9149" y="1317068"/>
            <a:ext cx="3562350" cy="36857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8" name="Content Placeholder 25">
            <a:extLst>
              <a:ext uri="{FF2B5EF4-FFF2-40B4-BE49-F238E27FC236}">
                <a16:creationId xmlns:a16="http://schemas.microsoft.com/office/drawing/2014/main" id="{461BEBD2-01C6-6BE0-35A1-A661653844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91500" y="1317067"/>
            <a:ext cx="495301" cy="368572"/>
          </a:xfrm>
        </p:spPr>
        <p:txBody>
          <a:bodyPr anchor="t">
            <a:noAutofit/>
          </a:bodyPr>
          <a:lstStyle>
            <a:lvl1pPr algn="r">
              <a:defRPr sz="105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4DC5FF7-DE23-959C-ABFC-D9B632785D76}"/>
              </a:ext>
            </a:extLst>
          </p:cNvPr>
          <p:cNvCxnSpPr>
            <a:cxnSpLocks/>
          </p:cNvCxnSpPr>
          <p:nvPr/>
        </p:nvCxnSpPr>
        <p:spPr>
          <a:xfrm>
            <a:off x="4629150" y="1853971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25">
            <a:extLst>
              <a:ext uri="{FF2B5EF4-FFF2-40B4-BE49-F238E27FC236}">
                <a16:creationId xmlns:a16="http://schemas.microsoft.com/office/drawing/2014/main" id="{8383590B-3684-02D9-8AF8-F4BCCD6A61C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29149" y="1995244"/>
            <a:ext cx="3562350" cy="36857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1" name="Content Placeholder 25">
            <a:extLst>
              <a:ext uri="{FF2B5EF4-FFF2-40B4-BE49-F238E27FC236}">
                <a16:creationId xmlns:a16="http://schemas.microsoft.com/office/drawing/2014/main" id="{13C2FD89-FA16-9965-2494-3EA8B0D2D99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1500" y="1995243"/>
            <a:ext cx="495301" cy="368572"/>
          </a:xfrm>
        </p:spPr>
        <p:txBody>
          <a:bodyPr anchor="t">
            <a:noAutofit/>
          </a:bodyPr>
          <a:lstStyle>
            <a:lvl1pPr algn="r">
              <a:defRPr sz="105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0599944-90DF-7E1B-BE7C-DA31B1BE704B}"/>
              </a:ext>
            </a:extLst>
          </p:cNvPr>
          <p:cNvCxnSpPr>
            <a:cxnSpLocks/>
          </p:cNvCxnSpPr>
          <p:nvPr/>
        </p:nvCxnSpPr>
        <p:spPr>
          <a:xfrm>
            <a:off x="4629150" y="2532144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ontent Placeholder 25">
            <a:extLst>
              <a:ext uri="{FF2B5EF4-FFF2-40B4-BE49-F238E27FC236}">
                <a16:creationId xmlns:a16="http://schemas.microsoft.com/office/drawing/2014/main" id="{BFBEB3EB-1146-5BBF-2CD9-1398E1A375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29149" y="2673417"/>
            <a:ext cx="3562350" cy="36857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4" name="Content Placeholder 25">
            <a:extLst>
              <a:ext uri="{FF2B5EF4-FFF2-40B4-BE49-F238E27FC236}">
                <a16:creationId xmlns:a16="http://schemas.microsoft.com/office/drawing/2014/main" id="{11DA2BB5-153E-323D-AA6C-2201E65154A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91500" y="2673417"/>
            <a:ext cx="495301" cy="368572"/>
          </a:xfrm>
        </p:spPr>
        <p:txBody>
          <a:bodyPr anchor="t">
            <a:noAutofit/>
          </a:bodyPr>
          <a:lstStyle>
            <a:lvl1pPr algn="r">
              <a:defRPr sz="105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8893688-CE0D-980F-1A33-2105D1FA166C}"/>
              </a:ext>
            </a:extLst>
          </p:cNvPr>
          <p:cNvCxnSpPr>
            <a:cxnSpLocks/>
          </p:cNvCxnSpPr>
          <p:nvPr/>
        </p:nvCxnSpPr>
        <p:spPr>
          <a:xfrm>
            <a:off x="4629150" y="3210314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ontent Placeholder 25">
            <a:extLst>
              <a:ext uri="{FF2B5EF4-FFF2-40B4-BE49-F238E27FC236}">
                <a16:creationId xmlns:a16="http://schemas.microsoft.com/office/drawing/2014/main" id="{329217F2-F83D-8173-F160-1B78BB61B39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629149" y="3351587"/>
            <a:ext cx="3562350" cy="36857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7" name="Content Placeholder 25">
            <a:extLst>
              <a:ext uri="{FF2B5EF4-FFF2-40B4-BE49-F238E27FC236}">
                <a16:creationId xmlns:a16="http://schemas.microsoft.com/office/drawing/2014/main" id="{9B5B582F-10B9-6D93-88DF-FCCCF059E0A5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91500" y="3351586"/>
            <a:ext cx="495301" cy="368572"/>
          </a:xfrm>
        </p:spPr>
        <p:txBody>
          <a:bodyPr anchor="t">
            <a:noAutofit/>
          </a:bodyPr>
          <a:lstStyle>
            <a:lvl1pPr algn="r">
              <a:defRPr sz="105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162B05-3287-D5CA-0F9F-80395B7EA437}"/>
              </a:ext>
            </a:extLst>
          </p:cNvPr>
          <p:cNvCxnSpPr>
            <a:cxnSpLocks/>
          </p:cNvCxnSpPr>
          <p:nvPr/>
        </p:nvCxnSpPr>
        <p:spPr>
          <a:xfrm>
            <a:off x="4629150" y="3888479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ontent Placeholder 25">
            <a:extLst>
              <a:ext uri="{FF2B5EF4-FFF2-40B4-BE49-F238E27FC236}">
                <a16:creationId xmlns:a16="http://schemas.microsoft.com/office/drawing/2014/main" id="{20D29700-ACA8-10CA-9686-1CFA05433B7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629149" y="4029753"/>
            <a:ext cx="3562350" cy="36857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0" name="Content Placeholder 25">
            <a:extLst>
              <a:ext uri="{FF2B5EF4-FFF2-40B4-BE49-F238E27FC236}">
                <a16:creationId xmlns:a16="http://schemas.microsoft.com/office/drawing/2014/main" id="{FB6E719F-96C3-B9AB-B3A2-E0AF4A63CB0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91500" y="4029752"/>
            <a:ext cx="495301" cy="368572"/>
          </a:xfrm>
        </p:spPr>
        <p:txBody>
          <a:bodyPr anchor="t">
            <a:noAutofit/>
          </a:bodyPr>
          <a:lstStyle>
            <a:lvl1pPr algn="r">
              <a:defRPr sz="105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A1759F4-79A3-1CBA-1E7F-3D60CBF67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4388" y="4773047"/>
            <a:ext cx="147005" cy="15004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19095E-767C-1F72-4AD4-363F12A3B0AA}"/>
              </a:ext>
            </a:extLst>
          </p:cNvPr>
          <p:cNvCxnSpPr>
            <a:cxnSpLocks/>
          </p:cNvCxnSpPr>
          <p:nvPr userDrawn="1"/>
        </p:nvCxnSpPr>
        <p:spPr>
          <a:xfrm>
            <a:off x="4629150" y="497615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E9CFF5-995A-A483-F7E7-32DC7C1DBB43}"/>
              </a:ext>
            </a:extLst>
          </p:cNvPr>
          <p:cNvCxnSpPr>
            <a:cxnSpLocks/>
          </p:cNvCxnSpPr>
          <p:nvPr userDrawn="1"/>
        </p:nvCxnSpPr>
        <p:spPr>
          <a:xfrm>
            <a:off x="4629150" y="1175795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52A479-1897-8E3A-01B3-D0A8882E5156}"/>
              </a:ext>
            </a:extLst>
          </p:cNvPr>
          <p:cNvCxnSpPr>
            <a:cxnSpLocks/>
          </p:cNvCxnSpPr>
          <p:nvPr userDrawn="1"/>
        </p:nvCxnSpPr>
        <p:spPr>
          <a:xfrm>
            <a:off x="4629150" y="1853971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73C5E3-C91D-B881-A512-1A77867BAD69}"/>
              </a:ext>
            </a:extLst>
          </p:cNvPr>
          <p:cNvCxnSpPr>
            <a:cxnSpLocks/>
          </p:cNvCxnSpPr>
          <p:nvPr userDrawn="1"/>
        </p:nvCxnSpPr>
        <p:spPr>
          <a:xfrm>
            <a:off x="4629150" y="2532144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2C6DA4-E9F9-53F5-EE15-50C1DE6A7855}"/>
              </a:ext>
            </a:extLst>
          </p:cNvPr>
          <p:cNvCxnSpPr>
            <a:cxnSpLocks/>
          </p:cNvCxnSpPr>
          <p:nvPr userDrawn="1"/>
        </p:nvCxnSpPr>
        <p:spPr>
          <a:xfrm>
            <a:off x="4629150" y="3210314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3CCFE5-7E9F-896D-178B-C9E1F0AF6AE3}"/>
              </a:ext>
            </a:extLst>
          </p:cNvPr>
          <p:cNvCxnSpPr>
            <a:cxnSpLocks/>
          </p:cNvCxnSpPr>
          <p:nvPr userDrawn="1"/>
        </p:nvCxnSpPr>
        <p:spPr>
          <a:xfrm>
            <a:off x="4629150" y="3888479"/>
            <a:ext cx="4068650" cy="0"/>
          </a:xfrm>
          <a:prstGeom prst="line">
            <a:avLst/>
          </a:prstGeom>
          <a:ln w="6350">
            <a:solidFill>
              <a:srgbClr val="007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DF6CC805-BC6C-1991-B325-32F2AA0721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4388" y="4773047"/>
            <a:ext cx="147005" cy="1500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8603B03-9BF3-CCB0-3598-4D0515A6657F}"/>
              </a:ext>
            </a:extLst>
          </p:cNvPr>
          <p:cNvSpPr/>
          <p:nvPr userDrawn="1"/>
        </p:nvSpPr>
        <p:spPr>
          <a:xfrm rot="16200000">
            <a:off x="4514850" y="-4514849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21915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507D28-08F2-CB32-6404-7A75599D8C04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130C26F-248F-30D4-1E61-7E7758B9C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Add your title here, try keeping to one line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1BFC812-2517-4D69-0EA3-816EC05DFF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3107" y="1543730"/>
            <a:ext cx="8213693" cy="3067050"/>
          </a:xfrm>
        </p:spPr>
        <p:txBody>
          <a:bodyPr/>
          <a:lstStyle>
            <a:lvl1pPr>
              <a:buClr>
                <a:schemeClr val="accent5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Or Text">
            <a:extLst>
              <a:ext uri="{FF2B5EF4-FFF2-40B4-BE49-F238E27FC236}">
                <a16:creationId xmlns:a16="http://schemas.microsoft.com/office/drawing/2014/main" id="{69F91952-2B47-8FC8-8930-49B1716803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8406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86FBC0-FD19-1383-F06C-6C32F7435F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45014" y="4778655"/>
            <a:ext cx="142872" cy="147799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143AA131-32A6-FB2B-5A9E-BAA5F6762E99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3FC83-64BE-AF65-27B0-74B38C8F4D74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48C528-D9BC-B130-EC39-7CB0DCF58F7C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52991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Half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CFE07CF-9630-0D34-3D27-60F4BF006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4388" y="4773047"/>
            <a:ext cx="147005" cy="1500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BCA521D-2B44-A791-03A2-021A3A7B9C07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AEFCDC-1FF1-C97E-5771-B5CD0DA0F3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839245"/>
            <a:ext cx="4057650" cy="7135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Add your title here, try keeping to two lines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0C80CE-AAFE-C6C6-2B7C-B4DBEEFE05C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73108" y="1846516"/>
            <a:ext cx="404174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Date Or Text">
            <a:extLst>
              <a:ext uri="{FF2B5EF4-FFF2-40B4-BE49-F238E27FC236}">
                <a16:creationId xmlns:a16="http://schemas.microsoft.com/office/drawing/2014/main" id="{0FB93027-3CE7-2FD1-273B-E834591B30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5465"/>
            <a:ext cx="4041743" cy="123826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rgbClr val="007698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5E3A64-1C32-01AF-7EE1-75AEB25976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857355" y="277416"/>
            <a:ext cx="3857766" cy="4866084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428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D1F8F0-DE54-D052-1C56-449EBC1D0DC3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70916E-1324-41C1-18F8-54930598D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Add your title here, try keeping to one line</a:t>
            </a:r>
          </a:p>
        </p:txBody>
      </p:sp>
      <p:sp>
        <p:nvSpPr>
          <p:cNvPr id="6" name="Date Or Text">
            <a:extLst>
              <a:ext uri="{FF2B5EF4-FFF2-40B4-BE49-F238E27FC236}">
                <a16:creationId xmlns:a16="http://schemas.microsoft.com/office/drawing/2014/main" id="{360A3FFB-4AA5-F71A-22B5-EE0857575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8634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rgbClr val="007698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0EE04C-103E-72CC-A973-DF0CD7B9D4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45014" y="4778655"/>
            <a:ext cx="142872" cy="147799"/>
          </a:xfrm>
          <a:prstGeom prst="rect">
            <a:avLst/>
          </a:prstGeom>
        </p:spPr>
      </p:pic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B0B106F3-E3AB-E6EA-5A92-E9DD43FED821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6787A-A200-41F5-89BF-BFFCB844CABC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7B6018-999F-BEB9-B047-3F47BE4BE1CE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588576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7986143-DF73-7C6C-542B-1973A23D1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14" y="4778655"/>
            <a:ext cx="142872" cy="147799"/>
          </a:xfrm>
          <a:prstGeom prst="rect">
            <a:avLst/>
          </a:prstGeom>
        </p:spPr>
      </p:pic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CA3A6FD8-DB3B-59EA-3262-DC116EDCF813}"/>
              </a:ext>
            </a:extLst>
          </p:cNvPr>
          <p:cNvSpPr txBox="1">
            <a:spLocks/>
          </p:cNvSpPr>
          <p:nvPr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EEBB54-42DF-5F6D-FB29-FB6812DBC720}"/>
              </a:ext>
            </a:extLst>
          </p:cNvPr>
          <p:cNvSpPr txBox="1"/>
          <p:nvPr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709111-7AEC-17DD-4194-540C618FD492}"/>
              </a:ext>
            </a:extLst>
          </p:cNvPr>
          <p:cNvCxnSpPr>
            <a:cxnSpLocks/>
          </p:cNvCxnSpPr>
          <p:nvPr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385A25-44EB-CEDE-DC32-4A2BD53F1720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487C0E-F9BB-6669-8506-5C91D16E102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73107" y="1543051"/>
            <a:ext cx="404174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7EE2DF-EF11-BEE3-1F56-B0617DCE7B4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647541" y="1543051"/>
            <a:ext cx="404174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CA0362-4A47-9578-79F1-879B8968CB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Add your title here, try keeping to one line</a:t>
            </a:r>
          </a:p>
        </p:txBody>
      </p:sp>
      <p:sp>
        <p:nvSpPr>
          <p:cNvPr id="8" name="Date Or Text">
            <a:extLst>
              <a:ext uri="{FF2B5EF4-FFF2-40B4-BE49-F238E27FC236}">
                <a16:creationId xmlns:a16="http://schemas.microsoft.com/office/drawing/2014/main" id="{11005917-5AD0-5286-25F0-4C73FABD77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85934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rgbClr val="007698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</p:spTree>
    <p:extLst>
      <p:ext uri="{BB962C8B-B14F-4D97-AF65-F5344CB8AC3E}">
        <p14:creationId xmlns:p14="http://schemas.microsoft.com/office/powerpoint/2010/main" val="249077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3 Column 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CF4CCD-354C-1AFF-913F-E0449AC5B049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F98474-085B-021E-6517-C081A36390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45014" y="4778655"/>
            <a:ext cx="142872" cy="147799"/>
          </a:xfrm>
          <a:prstGeom prst="rect">
            <a:avLst/>
          </a:prstGeom>
        </p:spPr>
      </p:pic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A157F0F3-D514-6131-97B8-5DD92067E72F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F3138E-201C-589F-A631-9A6D3A1E6A70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6BF32A-7291-3860-A2E3-D88D16442AE0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DCEBFF-611C-02CB-6764-6B04A218A75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60806" y="1543051"/>
            <a:ext cx="262696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tx2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84E04D-085E-AD3B-D512-8B1051EEB5F2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65784" y="1543051"/>
            <a:ext cx="262696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tx2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29ACB40-A3C2-8313-B378-10423E00BE5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70762" y="1543051"/>
            <a:ext cx="262696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tx2"/>
              </a:buClr>
              <a:defRPr sz="82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0759D94-EC2D-7C6C-5517-75227C41C9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Add your title here, try keeping to one line</a:t>
            </a:r>
          </a:p>
        </p:txBody>
      </p:sp>
      <p:sp>
        <p:nvSpPr>
          <p:cNvPr id="13" name="Date Or Text">
            <a:extLst>
              <a:ext uri="{FF2B5EF4-FFF2-40B4-BE49-F238E27FC236}">
                <a16:creationId xmlns:a16="http://schemas.microsoft.com/office/drawing/2014/main" id="{E131F67D-70E0-F4C4-B0FF-E006BA4957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8634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rgbClr val="007698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</p:spTree>
    <p:extLst>
      <p:ext uri="{BB962C8B-B14F-4D97-AF65-F5344CB8AC3E}">
        <p14:creationId xmlns:p14="http://schemas.microsoft.com/office/powerpoint/2010/main" val="94294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5EFF34-298E-2C9F-B648-A8FCF5CFC0D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1" y="3019425"/>
            <a:ext cx="2482805" cy="14959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chemeClr val="tx2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tx2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82969C-3DC4-AE8D-57AF-EAFE5CCC07B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27859" y="3019425"/>
            <a:ext cx="2482805" cy="14959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chemeClr val="tx2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tx2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F7C7B8F-A280-E5CC-16D0-874A913EAEA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182300" y="3019425"/>
            <a:ext cx="2482805" cy="14959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chemeClr val="tx2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tx2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45A1064-E9FE-8EFD-2B4F-13A5A966F3B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6626" y="1333500"/>
            <a:ext cx="2483644" cy="149598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4B0DEBA3-5F19-A060-C330-ECF6FD71B45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319463" y="1333500"/>
            <a:ext cx="2483644" cy="1495985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8942F792-83CE-01B7-DA9F-67712F7526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66083" y="1333500"/>
            <a:ext cx="2483644" cy="14959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03D28-6EE8-53DC-4D00-96E01CC4CE09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9F8B04-F534-1223-8ABE-8EA7F59240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45014" y="4778655"/>
            <a:ext cx="142872" cy="147799"/>
          </a:xfrm>
          <a:prstGeom prst="rect">
            <a:avLst/>
          </a:prstGeom>
        </p:spPr>
      </p:pic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EB5AC51D-E149-9A77-60A1-1B66FD913901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45E44-45D0-CCA9-AB4E-0FD640D60F68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8B2F11-6366-094B-60EE-E615D9F704C6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C06B72A4-BB73-2525-1E95-31735A366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Add your title here, try keeping to one line</a:t>
            </a:r>
          </a:p>
        </p:txBody>
      </p:sp>
      <p:sp>
        <p:nvSpPr>
          <p:cNvPr id="10" name="Date Or Text">
            <a:extLst>
              <a:ext uri="{FF2B5EF4-FFF2-40B4-BE49-F238E27FC236}">
                <a16:creationId xmlns:a16="http://schemas.microsoft.com/office/drawing/2014/main" id="{0203FF65-A3B0-DB69-5E74-89B301B20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8406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rgbClr val="007698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</p:spTree>
    <p:extLst>
      <p:ext uri="{BB962C8B-B14F-4D97-AF65-F5344CB8AC3E}">
        <p14:creationId xmlns:p14="http://schemas.microsoft.com/office/powerpoint/2010/main" val="254841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5C8E67-B9FE-D830-3B9D-831A79847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14" y="4778655"/>
            <a:ext cx="142872" cy="147799"/>
          </a:xfrm>
          <a:prstGeom prst="rect">
            <a:avLst/>
          </a:prstGeom>
        </p:spPr>
      </p:pic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8285A899-F9DF-8E1A-B1FE-A60AB4645420}"/>
              </a:ext>
            </a:extLst>
          </p:cNvPr>
          <p:cNvSpPr txBox="1">
            <a:spLocks/>
          </p:cNvSpPr>
          <p:nvPr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582ED-35EA-6D58-EB52-96895CAC6EE8}"/>
              </a:ext>
            </a:extLst>
          </p:cNvPr>
          <p:cNvSpPr txBox="1"/>
          <p:nvPr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4C62A6-3095-5299-7E51-C9FB831D07EB}"/>
              </a:ext>
            </a:extLst>
          </p:cNvPr>
          <p:cNvCxnSpPr>
            <a:cxnSpLocks/>
          </p:cNvCxnSpPr>
          <p:nvPr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ACD8D20A-C681-6495-802F-6B242707AE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142210" y="1629586"/>
            <a:ext cx="1506232" cy="150809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4EEE84CB-DF27-905A-239B-7F166CF41EC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813364" y="1629586"/>
            <a:ext cx="1506232" cy="150809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3FAC5183-21EA-9F3E-199D-D12140A22ED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55672" y="1629586"/>
            <a:ext cx="1506232" cy="150809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B6DE07E-48D5-918D-14B7-92B61FED18D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84519" y="1629586"/>
            <a:ext cx="1506232" cy="150809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5E84D527-8CC4-EEBC-1457-96F68D9D41A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1055" y="1629586"/>
            <a:ext cx="1506232" cy="150809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3DBB51BD-E5D5-7436-AF6B-D26FDA8725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7870" y="3255236"/>
            <a:ext cx="1365647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1B722024-4D7E-D8F8-7BCF-50FD19C68A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18523" y="3255236"/>
            <a:ext cx="1365647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48">
            <a:extLst>
              <a:ext uri="{FF2B5EF4-FFF2-40B4-BE49-F238E27FC236}">
                <a16:creationId xmlns:a16="http://schemas.microsoft.com/office/drawing/2014/main" id="{BB0FD5F4-19CC-E02A-41B7-6605EA96D8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89177" y="3255236"/>
            <a:ext cx="1365647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52" name="Text Placeholder 48">
            <a:extLst>
              <a:ext uri="{FF2B5EF4-FFF2-40B4-BE49-F238E27FC236}">
                <a16:creationId xmlns:a16="http://schemas.microsoft.com/office/drawing/2014/main" id="{BA4A8F59-208D-174F-EC52-CF3B3D5F43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59830" y="3255236"/>
            <a:ext cx="1365647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48">
            <a:extLst>
              <a:ext uri="{FF2B5EF4-FFF2-40B4-BE49-F238E27FC236}">
                <a16:creationId xmlns:a16="http://schemas.microsoft.com/office/drawing/2014/main" id="{00089B9D-B9C2-01D5-2A25-B3FD06B9E0A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30484" y="3255236"/>
            <a:ext cx="1365647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06C21-5FEC-395B-B3FC-AF77A869EB1C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F53DB5-7824-545A-F514-13375BB7D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Add your title here, try keeping to one line</a:t>
            </a:r>
          </a:p>
        </p:txBody>
      </p:sp>
      <p:sp>
        <p:nvSpPr>
          <p:cNvPr id="6" name="Date Or Text">
            <a:extLst>
              <a:ext uri="{FF2B5EF4-FFF2-40B4-BE49-F238E27FC236}">
                <a16:creationId xmlns:a16="http://schemas.microsoft.com/office/drawing/2014/main" id="{21BC5C12-2935-574F-EDB8-20B8136050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8634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rgbClr val="007698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</p:spTree>
    <p:extLst>
      <p:ext uri="{BB962C8B-B14F-4D97-AF65-F5344CB8AC3E}">
        <p14:creationId xmlns:p14="http://schemas.microsoft.com/office/powerpoint/2010/main" val="3455658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2FBA09-46A7-781C-3E9C-D7B4E9A9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14" y="4778655"/>
            <a:ext cx="142872" cy="147799"/>
          </a:xfrm>
          <a:prstGeom prst="rect">
            <a:avLst/>
          </a:prstGeom>
        </p:spPr>
      </p:pic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98AC69BC-445A-2440-A9F4-9B4B88D7A4B8}"/>
              </a:ext>
            </a:extLst>
          </p:cNvPr>
          <p:cNvSpPr txBox="1">
            <a:spLocks/>
          </p:cNvSpPr>
          <p:nvPr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325352-875C-67BE-E0A5-7BE8FDCF3573}"/>
              </a:ext>
            </a:extLst>
          </p:cNvPr>
          <p:cNvSpPr txBox="1"/>
          <p:nvPr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87D9F6-F693-BADC-44A3-A18A056F3B65}"/>
              </a:ext>
            </a:extLst>
          </p:cNvPr>
          <p:cNvCxnSpPr>
            <a:cxnSpLocks/>
          </p:cNvCxnSpPr>
          <p:nvPr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3F23931-B449-CDD1-D365-91035FBB03C6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C959AA-E069-ED94-4F64-EE232FA4427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90801" y="1543051"/>
            <a:ext cx="1924050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E82B59-CB85-A757-7D11-69A926F5810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48201" y="1543051"/>
            <a:ext cx="1924050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5FB08F-24F0-5044-34EC-1EC6FF3E3E3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696694" y="1543051"/>
            <a:ext cx="1924050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81B7E71-0D0A-4666-C077-7254514F692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71055" y="1543051"/>
            <a:ext cx="1924050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tx2"/>
              </a:buClr>
              <a:defRPr sz="1050"/>
            </a:lvl2pPr>
            <a:lvl3pPr>
              <a:buClr>
                <a:schemeClr val="tx2"/>
              </a:buClr>
              <a:defRPr sz="900"/>
            </a:lvl3pPr>
            <a:lvl4pPr>
              <a:buClr>
                <a:schemeClr val="tx2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62A9546-07F0-D9E7-B2FA-1E25739D27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Add your title here, try keeping to one line</a:t>
            </a:r>
          </a:p>
        </p:txBody>
      </p:sp>
      <p:sp>
        <p:nvSpPr>
          <p:cNvPr id="14" name="Date Or Text">
            <a:extLst>
              <a:ext uri="{FF2B5EF4-FFF2-40B4-BE49-F238E27FC236}">
                <a16:creationId xmlns:a16="http://schemas.microsoft.com/office/drawing/2014/main" id="{500C4223-7E7A-07E2-D8B9-C2A13ECD4B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8406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rgbClr val="007698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</p:spTree>
    <p:extLst>
      <p:ext uri="{BB962C8B-B14F-4D97-AF65-F5344CB8AC3E}">
        <p14:creationId xmlns:p14="http://schemas.microsoft.com/office/powerpoint/2010/main" val="4280276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C9D3BD0-2870-FB85-B424-2111860482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Add your title here, try keeping to one line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802C9C2F-6095-F367-1A19-191A91F44E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3107" y="1543730"/>
            <a:ext cx="8213693" cy="3067050"/>
          </a:xfrm>
        </p:spPr>
        <p:txBody>
          <a:bodyPr/>
          <a:lstStyle>
            <a:lvl1pPr>
              <a:buClr>
                <a:schemeClr val="accent5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Or Text">
            <a:extLst>
              <a:ext uri="{FF2B5EF4-FFF2-40B4-BE49-F238E27FC236}">
                <a16:creationId xmlns:a16="http://schemas.microsoft.com/office/drawing/2014/main" id="{4A514240-A033-2B80-4117-36D00DFD11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7274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B78FC3-6FC7-45C1-92B8-AAF29DF4B3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45014" y="4779643"/>
            <a:ext cx="142872" cy="145823"/>
          </a:xfrm>
          <a:prstGeom prst="rect">
            <a:avLst/>
          </a:prstGeom>
        </p:spPr>
      </p:pic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5E1FCE51-3211-E295-F2C7-72D5DAAE1485}"/>
              </a:ext>
            </a:extLst>
          </p:cNvPr>
          <p:cNvSpPr txBox="1">
            <a:spLocks/>
          </p:cNvSpPr>
          <p:nvPr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66EDA-2722-1AD9-507D-A8BFB395E10A}"/>
              </a:ext>
            </a:extLst>
          </p:cNvPr>
          <p:cNvSpPr txBox="1"/>
          <p:nvPr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C7AA64-408E-8484-730F-8C0CCD9413ED}"/>
              </a:ext>
            </a:extLst>
          </p:cNvPr>
          <p:cNvCxnSpPr>
            <a:cxnSpLocks/>
          </p:cNvCxnSpPr>
          <p:nvPr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689FE55-1AB2-8B55-A28F-FEE6DA9B7634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rgbClr val="00A8D8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3188635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ent - 50%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50A0884-860A-6B50-2D81-D2FE5BCE2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45014" y="4779643"/>
            <a:ext cx="142872" cy="145823"/>
          </a:xfrm>
          <a:prstGeom prst="rect">
            <a:avLst/>
          </a:prstGeom>
        </p:spPr>
      </p:pic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CACE533-5B01-9D49-3944-2726DE4A56AD}"/>
              </a:ext>
            </a:extLst>
          </p:cNvPr>
          <p:cNvSpPr txBox="1">
            <a:spLocks/>
          </p:cNvSpPr>
          <p:nvPr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22225-BAD3-A16C-B855-C882AAEFF8F5}"/>
              </a:ext>
            </a:extLst>
          </p:cNvPr>
          <p:cNvSpPr txBox="1"/>
          <p:nvPr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88EB6-87E1-7A1C-B7F4-9F50EF5DE4D0}"/>
              </a:ext>
            </a:extLst>
          </p:cNvPr>
          <p:cNvCxnSpPr>
            <a:cxnSpLocks/>
          </p:cNvCxnSpPr>
          <p:nvPr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AAD4969-DF05-FBB9-E931-9169B117AF7B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2853541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i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243A57-97DC-F92F-03BD-CA374C9D0E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Add your title here, try keeping to one line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47788E7-63DB-EF3A-6FEF-539913E003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3107" y="1543730"/>
            <a:ext cx="8213693" cy="306705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Or Text">
            <a:extLst>
              <a:ext uri="{FF2B5EF4-FFF2-40B4-BE49-F238E27FC236}">
                <a16:creationId xmlns:a16="http://schemas.microsoft.com/office/drawing/2014/main" id="{C30583E7-30D1-A0E2-8D18-80982BD5C1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5231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FA32F-AA17-2325-5108-B80C08DB0E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45014" y="4779643"/>
            <a:ext cx="142872" cy="145823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D8E32183-042D-BC36-4F24-3330F69814B9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72514-94D0-41EB-93A7-67022718915E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FBA233-35FD-6D66-AE6C-47CD2ABFCFCA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54F7D81-8FE5-59A6-A18E-99C7C906CB74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878949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Content -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5EFF34-298E-2C9F-B648-A8FCF5CFC0D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73107" y="1543051"/>
            <a:ext cx="404174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accent1"/>
              </a:buCl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2913D0-6FE0-BA50-14C8-03E0F9C2A678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647541" y="1543051"/>
            <a:ext cx="404174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accent1"/>
              </a:buCl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FED260-085A-C228-F680-54D4791AC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Add your title here, try keeping to one line</a:t>
            </a:r>
          </a:p>
        </p:txBody>
      </p:sp>
      <p:sp>
        <p:nvSpPr>
          <p:cNvPr id="17" name="Date Or Text">
            <a:extLst>
              <a:ext uri="{FF2B5EF4-FFF2-40B4-BE49-F238E27FC236}">
                <a16:creationId xmlns:a16="http://schemas.microsoft.com/office/drawing/2014/main" id="{299F3673-845B-8953-1A52-1607940958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8406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485E33-F87F-E059-B820-D376A7F539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45014" y="4779643"/>
            <a:ext cx="142872" cy="145823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44A018A8-3328-FB2A-632D-8E1B26A25870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69F7A-D940-2DF2-BAF2-E9B754CAF507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246F65-8828-4584-7A42-EE2292521892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B674D8C-C978-DB1D-FD54-59247FCED118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304142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in Content -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D1EE0B-5565-DEF0-ED3F-84100393A7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60806" y="1543051"/>
            <a:ext cx="262696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accent1"/>
              </a:buClr>
              <a:defRPr sz="1050"/>
            </a:lvl2pPr>
            <a:lvl3pPr>
              <a:buClr>
                <a:schemeClr val="accent1"/>
              </a:buClr>
              <a:defRPr sz="900"/>
            </a:lvl3pPr>
            <a:lvl4pPr>
              <a:buClr>
                <a:schemeClr val="accent1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67D7-3B48-43F4-5A05-9BF6E95CC63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65784" y="1543051"/>
            <a:ext cx="262696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accent1"/>
              </a:buClr>
              <a:defRPr sz="1050"/>
            </a:lvl2pPr>
            <a:lvl3pPr>
              <a:buClr>
                <a:schemeClr val="accent1"/>
              </a:buClr>
              <a:defRPr sz="900"/>
            </a:lvl3pPr>
            <a:lvl4pPr>
              <a:buClr>
                <a:schemeClr val="accent1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5EFF34-298E-2C9F-B648-A8FCF5CFC0D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70762" y="1543051"/>
            <a:ext cx="2626963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accent1"/>
              </a:buClr>
              <a:defRPr sz="1050"/>
            </a:lvl2pPr>
            <a:lvl3pPr>
              <a:buClr>
                <a:schemeClr val="accent1"/>
              </a:buClr>
              <a:defRPr sz="900"/>
            </a:lvl3pPr>
            <a:lvl4pPr>
              <a:buClr>
                <a:schemeClr val="accent1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723482-24C9-0E65-DB40-92B1BB0F3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Add your title here, try keeping to one line</a:t>
            </a:r>
          </a:p>
        </p:txBody>
      </p:sp>
      <p:sp>
        <p:nvSpPr>
          <p:cNvPr id="10" name="Date Or Text">
            <a:extLst>
              <a:ext uri="{FF2B5EF4-FFF2-40B4-BE49-F238E27FC236}">
                <a16:creationId xmlns:a16="http://schemas.microsoft.com/office/drawing/2014/main" id="{5BA9A9E2-B0EA-DFE6-244F-0AE88FCFA8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85706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7399E1-ED1D-B358-C31E-C0DE61F1AE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45014" y="4779643"/>
            <a:ext cx="142872" cy="145823"/>
          </a:xfrm>
          <a:prstGeom prst="rect">
            <a:avLst/>
          </a:prstGeom>
        </p:spPr>
      </p:pic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A5E6E124-FB2C-B277-78DA-41BD8EA85AB9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81C37-71F7-0805-D294-86B67489F46B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EFB870-F515-BA4C-AC89-2F692ECCF22E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77D6B92-986E-EA55-2772-ABE9C9E1024F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3880791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Content -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C2C39B-32F7-1628-B12C-C368142EB4E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90801" y="1543051"/>
            <a:ext cx="1924050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accent1"/>
              </a:buClr>
              <a:defRPr sz="1050"/>
            </a:lvl2pPr>
            <a:lvl3pPr>
              <a:buClr>
                <a:schemeClr val="accent1"/>
              </a:buClr>
              <a:defRPr sz="900"/>
            </a:lvl3pPr>
            <a:lvl4pPr>
              <a:buClr>
                <a:schemeClr val="accent1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D1EE0B-5565-DEF0-ED3F-84100393A7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48201" y="1543051"/>
            <a:ext cx="1924050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accent1"/>
              </a:buClr>
              <a:defRPr sz="1050"/>
            </a:lvl2pPr>
            <a:lvl3pPr>
              <a:buClr>
                <a:schemeClr val="accent1"/>
              </a:buClr>
              <a:defRPr sz="900"/>
            </a:lvl3pPr>
            <a:lvl4pPr>
              <a:buClr>
                <a:schemeClr val="accent1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8B8F8C-002C-C5F0-39C1-595E3CA701C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696694" y="1543051"/>
            <a:ext cx="1924050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accent1"/>
              </a:buClr>
              <a:defRPr sz="1050"/>
            </a:lvl2pPr>
            <a:lvl3pPr>
              <a:buClr>
                <a:schemeClr val="accent1"/>
              </a:buClr>
              <a:defRPr sz="900"/>
            </a:lvl3pPr>
            <a:lvl4pPr>
              <a:buClr>
                <a:schemeClr val="accent1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622008A-9265-2FFB-4692-CA8185F96D4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71055" y="1543051"/>
            <a:ext cx="1924050" cy="308609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/>
            </a:lvl1pPr>
            <a:lvl2pPr>
              <a:buClr>
                <a:schemeClr val="accent1"/>
              </a:buClr>
              <a:defRPr sz="1050"/>
            </a:lvl2pPr>
            <a:lvl3pPr>
              <a:buClr>
                <a:schemeClr val="accent1"/>
              </a:buClr>
              <a:defRPr sz="900"/>
            </a:lvl3pPr>
            <a:lvl4pPr>
              <a:buClr>
                <a:schemeClr val="accent1"/>
              </a:buClr>
              <a:defRPr sz="825"/>
            </a:lvl4pPr>
            <a:lvl5pPr>
              <a:buClr>
                <a:schemeClr val="accent1"/>
              </a:buClr>
              <a:defRPr sz="82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EB37DBE-5266-8C30-9246-624E9FD4A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5340"/>
            <a:ext cx="7902608" cy="54285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dirty="0"/>
              <a:t>Add your title here, try keeping to one line</a:t>
            </a:r>
          </a:p>
        </p:txBody>
      </p:sp>
      <p:sp>
        <p:nvSpPr>
          <p:cNvPr id="11" name="Date Or Text">
            <a:extLst>
              <a:ext uri="{FF2B5EF4-FFF2-40B4-BE49-F238E27FC236}">
                <a16:creationId xmlns:a16="http://schemas.microsoft.com/office/drawing/2014/main" id="{CE5BC8A4-04B1-EF6F-E81E-EBAF795703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95231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045DAA-3054-66CF-1841-6667E8C1E1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45014" y="4779643"/>
            <a:ext cx="142872" cy="145823"/>
          </a:xfrm>
          <a:prstGeom prst="rect">
            <a:avLst/>
          </a:prstGeom>
        </p:spPr>
      </p:pic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36167B44-BCD8-F6D9-678B-1D0ABF142F28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CC526-EF20-4718-FCEB-08CFC8939252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A8378E-AD93-ED9C-120A-A3D77E9EAE67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FECB567-AF7E-1F07-33DD-88DECDBCC50D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2278506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ent - 25%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C59A25-012B-406D-F714-869AE46AB189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Date Or Text">
            <a:extLst>
              <a:ext uri="{FF2B5EF4-FFF2-40B4-BE49-F238E27FC236}">
                <a16:creationId xmlns:a16="http://schemas.microsoft.com/office/drawing/2014/main" id="{712A48F4-E63C-06A1-EFEB-E8DB567C43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075" y="485706"/>
            <a:ext cx="4800595" cy="123825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C3929A15-A854-F56B-FCCF-5A481BA6D3C1}"/>
              </a:ext>
            </a:extLst>
          </p:cNvPr>
          <p:cNvSpPr txBox="1">
            <a:spLocks/>
          </p:cNvSpPr>
          <p:nvPr userDrawn="1"/>
        </p:nvSpPr>
        <p:spPr>
          <a:xfrm>
            <a:off x="302055" y="4679075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5DBF9E-C39B-F31A-CE0B-9741ADF9FAFC}"/>
              </a:ext>
            </a:extLst>
          </p:cNvPr>
          <p:cNvSpPr txBox="1"/>
          <p:nvPr userDrawn="1"/>
        </p:nvSpPr>
        <p:spPr>
          <a:xfrm>
            <a:off x="741742" y="4793387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7B4EDF-283D-4A5E-71CB-AE2D33CA3381}"/>
              </a:ext>
            </a:extLst>
          </p:cNvPr>
          <p:cNvCxnSpPr>
            <a:cxnSpLocks/>
          </p:cNvCxnSpPr>
          <p:nvPr userDrawn="1"/>
        </p:nvCxnSpPr>
        <p:spPr>
          <a:xfrm>
            <a:off x="666389" y="4783948"/>
            <a:ext cx="0" cy="136739"/>
          </a:xfrm>
          <a:prstGeom prst="line">
            <a:avLst/>
          </a:prstGeom>
          <a:noFill/>
          <a:ln w="3175" cap="flat" cmpd="sng" algn="ctr">
            <a:solidFill>
              <a:srgbClr val="F5F5F5"/>
            </a:solidFill>
            <a:prstDash val="solid"/>
            <a:miter lim="800000"/>
          </a:ln>
          <a:effectLst/>
        </p:spPr>
      </p:cxnSp>
      <p:pic>
        <p:nvPicPr>
          <p:cNvPr id="26" name="Picture 1">
            <a:extLst>
              <a:ext uri="{FF2B5EF4-FFF2-40B4-BE49-F238E27FC236}">
                <a16:creationId xmlns:a16="http://schemas.microsoft.com/office/drawing/2014/main" id="{665CF1E4-D981-DDA4-983C-F4E6366CE0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37600" y="4779643"/>
            <a:ext cx="142872" cy="145823"/>
          </a:xfrm>
          <a:prstGeom prst="rect">
            <a:avLst/>
          </a:prstGeom>
        </p:spPr>
      </p:pic>
      <p:sp>
        <p:nvSpPr>
          <p:cNvPr id="14" name="Title 9">
            <a:extLst>
              <a:ext uri="{FF2B5EF4-FFF2-40B4-BE49-F238E27FC236}">
                <a16:creationId xmlns:a16="http://schemas.microsoft.com/office/drawing/2014/main" id="{886BC40C-EA74-86E2-7FB8-A7AC9A581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820431"/>
            <a:ext cx="3857767" cy="731108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lines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A456B52-EBD3-6AE1-C27F-7D0C9D5F49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1703077"/>
            <a:ext cx="3857766" cy="2998064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 sz="1050"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 sz="1050"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 sz="1050"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647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Content - 50%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1B89FED-617B-2E72-610B-A65B719030A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845716" y="2777555"/>
            <a:ext cx="3857766" cy="2365946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9">
            <a:extLst>
              <a:ext uri="{FF2B5EF4-FFF2-40B4-BE49-F238E27FC236}">
                <a16:creationId xmlns:a16="http://schemas.microsoft.com/office/drawing/2014/main" id="{60245932-86FB-0236-4575-C912AE6CD9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821571"/>
            <a:ext cx="3857767" cy="731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 lines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0B47588-8CC1-D344-FDDF-990535F8D6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1703077"/>
            <a:ext cx="3857766" cy="2998064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2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05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05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Or Text">
            <a:extLst>
              <a:ext uri="{FF2B5EF4-FFF2-40B4-BE49-F238E27FC236}">
                <a16:creationId xmlns:a16="http://schemas.microsoft.com/office/drawing/2014/main" id="{B7EF09A8-89E1-B818-0B09-E0A17FCF9F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31" y="484346"/>
            <a:ext cx="3857766" cy="19869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Eyebrow Text, Great for Section Wayfinding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C002868B-5A33-38A2-E525-50BC6A8660DF}"/>
              </a:ext>
            </a:extLst>
          </p:cNvPr>
          <p:cNvSpPr txBox="1">
            <a:spLocks/>
          </p:cNvSpPr>
          <p:nvPr userDrawn="1"/>
        </p:nvSpPr>
        <p:spPr>
          <a:xfrm>
            <a:off x="302055" y="4679075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19A1F4-69D4-26E7-E476-2D8EF5C7F59B}"/>
              </a:ext>
            </a:extLst>
          </p:cNvPr>
          <p:cNvSpPr txBox="1"/>
          <p:nvPr userDrawn="1"/>
        </p:nvSpPr>
        <p:spPr>
          <a:xfrm>
            <a:off x="741742" y="4793387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D09B1B-D6A7-F691-B4AD-3B9E523993CF}"/>
              </a:ext>
            </a:extLst>
          </p:cNvPr>
          <p:cNvCxnSpPr>
            <a:cxnSpLocks/>
          </p:cNvCxnSpPr>
          <p:nvPr userDrawn="1"/>
        </p:nvCxnSpPr>
        <p:spPr>
          <a:xfrm>
            <a:off x="666389" y="4783948"/>
            <a:ext cx="0" cy="136739"/>
          </a:xfrm>
          <a:prstGeom prst="line">
            <a:avLst/>
          </a:prstGeom>
          <a:ln w="31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">
            <a:extLst>
              <a:ext uri="{FF2B5EF4-FFF2-40B4-BE49-F238E27FC236}">
                <a16:creationId xmlns:a16="http://schemas.microsoft.com/office/drawing/2014/main" id="{19ADBEE5-15E0-1248-E3BC-4DF19293C3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37600" y="4779643"/>
            <a:ext cx="142872" cy="145823"/>
          </a:xfrm>
          <a:prstGeom prst="rect">
            <a:avLst/>
          </a:prstGeom>
        </p:spPr>
      </p:pic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242994E-8519-D2C1-2B7A-F9A615E87F3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845716" y="114928"/>
            <a:ext cx="3857766" cy="2365946"/>
          </a:xfrm>
          <a:prstGeom prst="round2SameRect">
            <a:avLst>
              <a:gd name="adj1" fmla="val 0"/>
              <a:gd name="adj2" fmla="val 0"/>
            </a:avLst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18E587-CE2D-E10F-DE20-2D80EB001C06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3389717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rtiary Text">
            <a:extLst>
              <a:ext uri="{FF2B5EF4-FFF2-40B4-BE49-F238E27FC236}">
                <a16:creationId xmlns:a16="http://schemas.microsoft.com/office/drawing/2014/main" id="{0B75A099-B5DC-25A5-BF5B-C0DB03997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3000" y="3469317"/>
            <a:ext cx="4800595" cy="1714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Tertiary Text, Great For Titles, Even Greater if It was One Line</a:t>
            </a:r>
          </a:p>
        </p:txBody>
      </p:sp>
      <p:sp>
        <p:nvSpPr>
          <p:cNvPr id="9" name="Secondary Text">
            <a:extLst>
              <a:ext uri="{FF2B5EF4-FFF2-40B4-BE49-F238E27FC236}">
                <a16:creationId xmlns:a16="http://schemas.microsoft.com/office/drawing/2014/main" id="{B203FBB4-405F-55BC-933C-B47A5A912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3000" y="3240264"/>
            <a:ext cx="4800595" cy="17145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Secondary Text, Great for Names</a:t>
            </a:r>
          </a:p>
        </p:txBody>
      </p:sp>
      <p:sp>
        <p:nvSpPr>
          <p:cNvPr id="10" name="Statement or Quote">
            <a:extLst>
              <a:ext uri="{FF2B5EF4-FFF2-40B4-BE49-F238E27FC236}">
                <a16:creationId xmlns:a16="http://schemas.microsoft.com/office/drawing/2014/main" id="{676452F1-A4DE-6C5F-67A4-28FC7FF8C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1002187"/>
            <a:ext cx="6857999" cy="205740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 statement or quote can go here. Longer text will get smaller automatically.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7A9B4-A1DC-F45C-E2F0-3CCC49A3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14" y="4778655"/>
            <a:ext cx="142872" cy="147799"/>
          </a:xfrm>
          <a:prstGeom prst="rect">
            <a:avLst/>
          </a:prstGeom>
        </p:spPr>
      </p:pic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1C83291E-488E-3F56-22E3-D769139F17D9}"/>
              </a:ext>
            </a:extLst>
          </p:cNvPr>
          <p:cNvSpPr txBox="1">
            <a:spLocks/>
          </p:cNvSpPr>
          <p:nvPr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C2C5F5-6B56-0458-36AC-5163204E2530}"/>
              </a:ext>
            </a:extLst>
          </p:cNvPr>
          <p:cNvSpPr txBox="1"/>
          <p:nvPr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5686B6-4CA2-F0CF-B6DF-7C1EE058E5CD}"/>
              </a:ext>
            </a:extLst>
          </p:cNvPr>
          <p:cNvCxnSpPr>
            <a:cxnSpLocks/>
          </p:cNvCxnSpPr>
          <p:nvPr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0DD3FCB-5DD4-548B-683E-A5BE26EBCC1C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333481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8F07C1-464E-249A-6D3C-D5ACBC246994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" name="Tertiary Text">
            <a:extLst>
              <a:ext uri="{FF2B5EF4-FFF2-40B4-BE49-F238E27FC236}">
                <a16:creationId xmlns:a16="http://schemas.microsoft.com/office/drawing/2014/main" id="{5338E816-F5DD-1990-47FA-8D503E2DFA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3000" y="3469317"/>
            <a:ext cx="4800595" cy="1714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Tertiary Text, Great For Titles, Even Greater if It was One Line</a:t>
            </a:r>
          </a:p>
        </p:txBody>
      </p:sp>
      <p:sp>
        <p:nvSpPr>
          <p:cNvPr id="4" name="Secondary Text">
            <a:extLst>
              <a:ext uri="{FF2B5EF4-FFF2-40B4-BE49-F238E27FC236}">
                <a16:creationId xmlns:a16="http://schemas.microsoft.com/office/drawing/2014/main" id="{FB19DCD1-F3A1-117C-8C84-D205951FFA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3000" y="3240264"/>
            <a:ext cx="4800595" cy="17145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Secondary Text, Great for Names</a:t>
            </a:r>
          </a:p>
        </p:txBody>
      </p:sp>
      <p:sp>
        <p:nvSpPr>
          <p:cNvPr id="5" name="Statement or Quote">
            <a:extLst>
              <a:ext uri="{FF2B5EF4-FFF2-40B4-BE49-F238E27FC236}">
                <a16:creationId xmlns:a16="http://schemas.microsoft.com/office/drawing/2014/main" id="{DD9B7626-73D2-9FA3-D048-18D451D704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1002187"/>
            <a:ext cx="6857999" cy="205740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 statement or quote can go here. Longer text will get smaller automatically.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A0C2FE-ABE0-82D2-2FC4-38595C5FE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5014" y="4779643"/>
            <a:ext cx="142872" cy="14582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85E1944-6C99-81E0-8C62-1A18C5E4968D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24985-8AD1-59E0-9C78-9AEB9B30013C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D005B3-0449-198A-DF0D-1F7C39B44534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147589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Navy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8F07C1-464E-249A-6D3C-D5ACBC246994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18F0D4-86E5-EFA1-490F-FD3EBF1348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4388" y="4773047"/>
            <a:ext cx="147005" cy="15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81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8F07C1-464E-249A-6D3C-D5ACBC246994}"/>
              </a:ext>
            </a:extLst>
          </p:cNvPr>
          <p:cNvSpPr/>
          <p:nvPr userDrawn="1"/>
        </p:nvSpPr>
        <p:spPr>
          <a:xfrm rot="16200000">
            <a:off x="4514850" y="-4513490"/>
            <a:ext cx="114301" cy="9144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92550E-D2D7-484C-97E2-A439E75F79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4388" y="4773047"/>
            <a:ext cx="147005" cy="15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22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ame Side Corner Rectangle 7">
            <a:extLst>
              <a:ext uri="{FF2B5EF4-FFF2-40B4-BE49-F238E27FC236}">
                <a16:creationId xmlns:a16="http://schemas.microsoft.com/office/drawing/2014/main" id="{42FF6D0B-C0CC-90BB-5BBE-3F7B6CE8733F}"/>
              </a:ext>
            </a:extLst>
          </p:cNvPr>
          <p:cNvSpPr/>
          <p:nvPr userDrawn="1"/>
        </p:nvSpPr>
        <p:spPr>
          <a:xfrm rot="16200000">
            <a:off x="8088029" y="3816495"/>
            <a:ext cx="286644" cy="182529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BD175D-C0E0-DD99-8E8E-65A68911C62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2000252" y="-2000251"/>
            <a:ext cx="5143500" cy="9144002"/>
          </a:xfrm>
          <a:prstGeom prst="rect">
            <a:avLst/>
          </a:prstGeom>
          <a:solidFill>
            <a:srgbClr val="007698"/>
          </a:solidFill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7563368-7BAA-8365-085B-BC95282B20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70254" y="2212990"/>
            <a:ext cx="203492" cy="2076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136910-98E0-BC0D-2C61-5AFB76639FCE}"/>
              </a:ext>
            </a:extLst>
          </p:cNvPr>
          <p:cNvSpPr txBox="1"/>
          <p:nvPr userDrawn="1"/>
        </p:nvSpPr>
        <p:spPr>
          <a:xfrm>
            <a:off x="1818168" y="2632710"/>
            <a:ext cx="55076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/>
              <a:t>T H A N K   Y O U</a:t>
            </a:r>
          </a:p>
        </p:txBody>
      </p:sp>
    </p:spTree>
    <p:extLst>
      <p:ext uri="{BB962C8B-B14F-4D97-AF65-F5344CB8AC3E}">
        <p14:creationId xmlns:p14="http://schemas.microsoft.com/office/powerpoint/2010/main" val="2071900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CCBD264-47BF-5ADD-B292-6345DD9987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70254" y="2212990"/>
            <a:ext cx="203492" cy="2076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68A5FD-1A68-B9C1-F342-CCC2FFC5102E}"/>
              </a:ext>
            </a:extLst>
          </p:cNvPr>
          <p:cNvSpPr txBox="1"/>
          <p:nvPr userDrawn="1"/>
        </p:nvSpPr>
        <p:spPr>
          <a:xfrm>
            <a:off x="1818168" y="2632710"/>
            <a:ext cx="55076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/>
              <a:t>T H A N K   Y O U</a:t>
            </a:r>
          </a:p>
        </p:txBody>
      </p:sp>
    </p:spTree>
    <p:extLst>
      <p:ext uri="{BB962C8B-B14F-4D97-AF65-F5344CB8AC3E}">
        <p14:creationId xmlns:p14="http://schemas.microsoft.com/office/powerpoint/2010/main" val="1166806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Client 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65CDF1-C8B0-69A7-B277-45CB9A3174E6}"/>
              </a:ext>
            </a:extLst>
          </p:cNvPr>
          <p:cNvSpPr/>
          <p:nvPr userDrawn="1"/>
        </p:nvSpPr>
        <p:spPr>
          <a:xfrm rot="16200000">
            <a:off x="3790950" y="-3790949"/>
            <a:ext cx="1562102" cy="914400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81859-2AC7-7F6A-12B4-D87F8102E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6291"/>
            <a:ext cx="4057650" cy="2722859"/>
          </a:xfrm>
        </p:spPr>
        <p:txBody>
          <a:bodyPr lIns="0" tIns="0" rIns="0" bIns="0">
            <a:normAutofit/>
          </a:bodyPr>
          <a:lstStyle>
            <a:lvl1pPr marL="0" indent="0">
              <a:buClr>
                <a:schemeClr val="accent1"/>
              </a:buClr>
              <a:buNone/>
              <a:defRPr sz="1200"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 sz="1050"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 sz="900"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 sz="825"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 sz="8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16D8C1-7DAD-B97E-2491-364FCC398D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686298"/>
            <a:ext cx="4057650" cy="683419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Client Name or Logo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FA5C03-BEA2-8A2D-729D-1F56C131580E}"/>
              </a:ext>
            </a:extLst>
          </p:cNvPr>
          <p:cNvSpPr>
            <a:spLocks noGrp="1" noChangeAspect="1"/>
          </p:cNvSpPr>
          <p:nvPr>
            <p:ph idx="15"/>
          </p:nvPr>
        </p:nvSpPr>
        <p:spPr>
          <a:xfrm>
            <a:off x="4972050" y="495300"/>
            <a:ext cx="3714751" cy="4133850"/>
          </a:xfrm>
          <a:prstGeom prst="roundRect">
            <a:avLst>
              <a:gd name="adj" fmla="val 0"/>
            </a:avLst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Or Text">
            <a:extLst>
              <a:ext uri="{FF2B5EF4-FFF2-40B4-BE49-F238E27FC236}">
                <a16:creationId xmlns:a16="http://schemas.microsoft.com/office/drawing/2014/main" id="{76085337-6B1B-7FD0-2AFC-1032778ACC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108" y="486273"/>
            <a:ext cx="4041742" cy="171450"/>
          </a:xfrm>
        </p:spPr>
        <p:txBody>
          <a:bodyPr>
            <a:normAutofit/>
          </a:bodyPr>
          <a:lstStyle>
            <a:lvl1pPr marL="0" indent="0">
              <a:buNone/>
              <a:defRPr sz="900" b="0" i="0" cap="all" baseline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Optional Date or Ancillary text can go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384568-7CB5-08A4-F738-1A43C09CFA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5014" y="4779643"/>
            <a:ext cx="142872" cy="145823"/>
          </a:xfrm>
          <a:prstGeom prst="rect">
            <a:avLst/>
          </a:prstGeom>
        </p:spPr>
      </p:pic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15C7CE73-6EBA-36E2-6D0B-D9E9E2C616E2}"/>
              </a:ext>
            </a:extLst>
          </p:cNvPr>
          <p:cNvSpPr txBox="1">
            <a:spLocks/>
          </p:cNvSpPr>
          <p:nvPr userDrawn="1"/>
        </p:nvSpPr>
        <p:spPr>
          <a:xfrm>
            <a:off x="8686800" y="4652963"/>
            <a:ext cx="457201" cy="37147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0FF0F-78E6-274D-B810-A2A43F4A5139}" type="slidenum">
              <a:rPr kumimoji="0" lang="en-US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DF12C-0F96-DA62-2C5F-1583F7B6766E}"/>
              </a:ext>
            </a:extLst>
          </p:cNvPr>
          <p:cNvSpPr txBox="1"/>
          <p:nvPr userDrawn="1"/>
        </p:nvSpPr>
        <p:spPr>
          <a:xfrm>
            <a:off x="5642070" y="4767276"/>
            <a:ext cx="2736527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© 2025 TEKsystems Global Services, LLC. ALL RIGHTS RESERVED.</a:t>
            </a:r>
            <a:endParaRPr kumimoji="0" lang="en-US" sz="22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2B8EC7-174F-6F24-0D75-50CFDB27CE69}"/>
              </a:ext>
            </a:extLst>
          </p:cNvPr>
          <p:cNvCxnSpPr>
            <a:cxnSpLocks/>
          </p:cNvCxnSpPr>
          <p:nvPr userDrawn="1"/>
        </p:nvCxnSpPr>
        <p:spPr>
          <a:xfrm>
            <a:off x="8763630" y="4779698"/>
            <a:ext cx="0" cy="13673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193032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59AAE-A537-2AB4-73A8-2B2614EF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64" y="514350"/>
            <a:ext cx="7886700" cy="75366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4E615-7FE2-5933-C7D2-AB1843084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264" y="1428747"/>
            <a:ext cx="7886700" cy="3086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806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3" r:id="rId1"/>
    <p:sldLayoutId id="2147484077" r:id="rId2"/>
    <p:sldLayoutId id="2147484079" r:id="rId3"/>
    <p:sldLayoutId id="2147484081" r:id="rId4"/>
    <p:sldLayoutId id="2147484082" r:id="rId5"/>
    <p:sldLayoutId id="2147484083" r:id="rId6"/>
    <p:sldLayoutId id="2147484086" r:id="rId7"/>
    <p:sldLayoutId id="2147484087" r:id="rId8"/>
    <p:sldLayoutId id="2147484088" r:id="rId9"/>
    <p:sldLayoutId id="2147484089" r:id="rId10"/>
    <p:sldLayoutId id="2147484090" r:id="rId11"/>
    <p:sldLayoutId id="2147484091" r:id="rId12"/>
    <p:sldLayoutId id="2147484092" r:id="rId13"/>
    <p:sldLayoutId id="2147484093" r:id="rId14"/>
    <p:sldLayoutId id="2147484095" r:id="rId15"/>
    <p:sldLayoutId id="2147484096" r:id="rId16"/>
    <p:sldLayoutId id="2147484097" r:id="rId17"/>
    <p:sldLayoutId id="2147484098" r:id="rId18"/>
    <p:sldLayoutId id="2147484099" r:id="rId19"/>
    <p:sldLayoutId id="2147484102" r:id="rId20"/>
    <p:sldLayoutId id="2147484103" r:id="rId21"/>
    <p:sldLayoutId id="2147484104" r:id="rId22"/>
    <p:sldLayoutId id="2147484105" r:id="rId23"/>
    <p:sldLayoutId id="2147484107" r:id="rId24"/>
    <p:sldLayoutId id="2147484108" r:id="rId25"/>
    <p:sldLayoutId id="2147484109" r:id="rId26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750"/>
        </a:spcBef>
        <a:buClr>
          <a:schemeClr val="tx2"/>
        </a:buClr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3792">
          <p15:clr>
            <a:srgbClr val="F26B43"/>
          </p15:clr>
        </p15:guide>
        <p15:guide id="8" pos="3888">
          <p15:clr>
            <a:srgbClr val="F26B43"/>
          </p15:clr>
        </p15:guide>
        <p15:guide id="9" pos="2160">
          <p15:clr>
            <a:srgbClr val="F26B43"/>
          </p15:clr>
        </p15:guide>
        <p15:guide id="10" pos="2064">
          <p15:clr>
            <a:srgbClr val="F26B43"/>
          </p15:clr>
        </p15:guide>
        <p15:guide id="11" pos="5616">
          <p15:clr>
            <a:srgbClr val="F26B43"/>
          </p15:clr>
        </p15:guide>
        <p15:guide id="12" pos="5520">
          <p15:clr>
            <a:srgbClr val="F26B43"/>
          </p15:clr>
        </p15:guide>
        <p15:guide id="13" orient="horz" pos="1296">
          <p15:clr>
            <a:srgbClr val="F26B43"/>
          </p15:clr>
        </p15:guide>
        <p15:guide id="14" orient="horz" pos="3024">
          <p15:clr>
            <a:srgbClr val="F26B43"/>
          </p15:clr>
        </p15:guide>
        <p15:guide id="15" pos="384">
          <p15:clr>
            <a:srgbClr val="F26B43"/>
          </p15:clr>
        </p15:guide>
        <p15:guide id="1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4B36E-A872-4654-2239-DF41A828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mage of ">
            <a:extLst>
              <a:ext uri="{FF2B5EF4-FFF2-40B4-BE49-F238E27FC236}">
                <a16:creationId xmlns:a16="http://schemas.microsoft.com/office/drawing/2014/main" id="{A7C75ACA-BF25-7852-E9B6-C1D4CC7538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0225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108362-AB99-8194-5BA8-411A5D11B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245" y="955320"/>
            <a:ext cx="4934639" cy="38105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31CF474-5684-1552-AEA7-62C457DA7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48" y="178421"/>
            <a:ext cx="7902575" cy="542925"/>
          </a:xfrm>
        </p:spPr>
        <p:txBody>
          <a:bodyPr>
            <a:normAutofit/>
          </a:bodyPr>
          <a:lstStyle/>
          <a:p>
            <a:r>
              <a:rPr lang="en-US" dirty="0">
                <a:cs typeface="Arial"/>
              </a:rPr>
              <a:t>AI Agent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8B947F-5782-8768-C6AB-751253133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809" y="1519574"/>
            <a:ext cx="1679893" cy="30599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B9F0EC-B5DB-0A3E-0B46-5C390F99D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903" y="1523440"/>
            <a:ext cx="1691924" cy="3081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9E0981-CD3B-9CE2-9E43-3B355536C6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062" y="1513851"/>
            <a:ext cx="1663709" cy="306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3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FAAED-A055-ED9D-6FFA-56D4AD78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AF0D-6D6F-3585-DBEE-EDE92A33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31" y="161315"/>
            <a:ext cx="8686800" cy="542858"/>
          </a:xfrm>
        </p:spPr>
        <p:txBody>
          <a:bodyPr>
            <a:normAutofit/>
          </a:bodyPr>
          <a:lstStyle/>
          <a:p>
            <a:r>
              <a:rPr lang="en-US" dirty="0">
                <a:cs typeface="Arial"/>
              </a:rPr>
              <a:t>MCP (Model </a:t>
            </a:r>
            <a:r>
              <a:rPr lang="en-US">
                <a:cs typeface="Arial"/>
              </a:rPr>
              <a:t>Context Protocol)</a:t>
            </a:r>
            <a:endParaRPr lang="en-US" dirty="0">
              <a:cs typeface="Arial"/>
            </a:endParaRPr>
          </a:p>
        </p:txBody>
      </p:sp>
      <p:sp>
        <p:nvSpPr>
          <p:cNvPr id="3" name="AutoShape 2" descr="Image of ">
            <a:extLst>
              <a:ext uri="{FF2B5EF4-FFF2-40B4-BE49-F238E27FC236}">
                <a16:creationId xmlns:a16="http://schemas.microsoft.com/office/drawing/2014/main" id="{EEF074AA-9B4C-D5D9-5784-E05E46F5C6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422A8D-1F70-DB55-5B03-DE32B867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26" y="1971770"/>
            <a:ext cx="3126565" cy="18766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005968-8FD3-0856-2297-12C36131F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971770"/>
            <a:ext cx="3313043" cy="18824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E3A4BD-885F-8F2A-4619-E888B4D14766}"/>
              </a:ext>
            </a:extLst>
          </p:cNvPr>
          <p:cNvSpPr txBox="1"/>
          <p:nvPr/>
        </p:nvSpPr>
        <p:spPr>
          <a:xfrm>
            <a:off x="178431" y="605163"/>
            <a:ext cx="8729395" cy="1300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u="sng" dirty="0"/>
              <a:t>Limitation of Traditional AI Agent </a:t>
            </a:r>
            <a:r>
              <a:rPr lang="en-US" sz="1300" dirty="0"/>
              <a:t>: </a:t>
            </a:r>
          </a:p>
          <a:p>
            <a:r>
              <a:rPr lang="en-US" sz="1300" dirty="0"/>
              <a:t>* Lacks </a:t>
            </a:r>
            <a:r>
              <a:rPr lang="en-US" sz="1300" b="1" dirty="0"/>
              <a:t>standardized</a:t>
            </a:r>
            <a:r>
              <a:rPr lang="en-US" sz="1300" dirty="0"/>
              <a:t> process to manage Stateful Interactions across different AI models and external services. </a:t>
            </a:r>
            <a:br>
              <a:rPr lang="en-US" sz="1300" dirty="0"/>
            </a:br>
            <a:r>
              <a:rPr lang="en-US" sz="1300" dirty="0"/>
              <a:t>* Resulted in fragmented workflows with separate logic for each integration.  </a:t>
            </a:r>
          </a:p>
          <a:p>
            <a:r>
              <a:rPr lang="en-US" sz="1300" dirty="0"/>
              <a:t>MCP brings in standardization to manage context across tools and models in a consistent, secure manner. </a:t>
            </a:r>
            <a:br>
              <a:rPr lang="en-US" sz="1300" dirty="0"/>
            </a:br>
            <a:r>
              <a:rPr lang="en-US" sz="1300" dirty="0"/>
              <a:t>        “</a:t>
            </a:r>
            <a:r>
              <a:rPr lang="en-US" sz="1100" b="1" dirty="0"/>
              <a:t>Instead of building M x N custom integrations, with MCP we build M + N standardized connection</a:t>
            </a:r>
            <a:r>
              <a:rPr lang="en-US" sz="1300" dirty="0"/>
              <a:t>”</a:t>
            </a:r>
            <a:br>
              <a:rPr lang="en-US" dirty="0"/>
            </a:b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9D08B6-8868-6DB0-1735-22EFD0A272E6}"/>
              </a:ext>
            </a:extLst>
          </p:cNvPr>
          <p:cNvSpPr/>
          <p:nvPr/>
        </p:nvSpPr>
        <p:spPr>
          <a:xfrm>
            <a:off x="327282" y="3935813"/>
            <a:ext cx="3869635" cy="1159647"/>
          </a:xfrm>
          <a:prstGeom prst="roundRect">
            <a:avLst/>
          </a:prstGeom>
          <a:solidFill>
            <a:srgbClr val="F7E6E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947026-4EBB-8755-6A41-A903885CC119}"/>
              </a:ext>
            </a:extLst>
          </p:cNvPr>
          <p:cNvSpPr/>
          <p:nvPr/>
        </p:nvSpPr>
        <p:spPr>
          <a:xfrm>
            <a:off x="4724400" y="3949149"/>
            <a:ext cx="3889513" cy="1146311"/>
          </a:xfrm>
          <a:prstGeom prst="roundRect">
            <a:avLst/>
          </a:prstGeom>
          <a:solidFill>
            <a:srgbClr val="E5EEE6"/>
          </a:solidFill>
          <a:ln>
            <a:solidFill>
              <a:srgbClr val="72AA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956A5F-AD3A-81DF-0F32-EE82E1758CA4}"/>
              </a:ext>
            </a:extLst>
          </p:cNvPr>
          <p:cNvSpPr txBox="1"/>
          <p:nvPr/>
        </p:nvSpPr>
        <p:spPr>
          <a:xfrm>
            <a:off x="755374" y="4196830"/>
            <a:ext cx="34692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ptos Black" panose="020B0004020202020204" pitchFamily="34" charset="0"/>
              </a:rPr>
              <a:t>3 AI Models x 3 Data Source = 9 Custom Integrations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C40F64-B705-40AC-C37D-171606167136}"/>
              </a:ext>
            </a:extLst>
          </p:cNvPr>
          <p:cNvSpPr txBox="1"/>
          <p:nvPr/>
        </p:nvSpPr>
        <p:spPr>
          <a:xfrm>
            <a:off x="5064389" y="4183914"/>
            <a:ext cx="32095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 AI Models </a:t>
            </a:r>
            <a:r>
              <a:rPr lang="en-US" sz="1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+</a:t>
            </a:r>
            <a:r>
              <a:rPr lang="en-US" sz="1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3 Data Source = 6 MCP Connections</a:t>
            </a:r>
            <a:endParaRPr lang="en-US" sz="12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33737B-C4CA-5C2F-1C61-50E9BBB9CC9B}"/>
              </a:ext>
            </a:extLst>
          </p:cNvPr>
          <p:cNvSpPr txBox="1"/>
          <p:nvPr/>
        </p:nvSpPr>
        <p:spPr>
          <a:xfrm>
            <a:off x="1564469" y="3935813"/>
            <a:ext cx="1236236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  <a:t>X</a:t>
            </a:r>
            <a:r>
              <a:rPr lang="en-US" sz="1100" dirty="0"/>
              <a:t>  </a:t>
            </a:r>
            <a:r>
              <a:rPr lang="en-US" sz="1100" b="1" dirty="0"/>
              <a:t>Without MCP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A2152B-9FAF-209A-0340-CED75CAA406C}"/>
              </a:ext>
            </a:extLst>
          </p:cNvPr>
          <p:cNvSpPr txBox="1"/>
          <p:nvPr/>
        </p:nvSpPr>
        <p:spPr>
          <a:xfrm>
            <a:off x="5865267" y="3928856"/>
            <a:ext cx="9589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  <a:latin typeface="Amasis MT Pro Black" panose="020F0502020204030204" pitchFamily="18" charset="0"/>
              </a:rPr>
              <a:t>√</a:t>
            </a:r>
            <a:r>
              <a:rPr lang="en-US" sz="1100" dirty="0"/>
              <a:t> </a:t>
            </a:r>
            <a:r>
              <a:rPr lang="en-US" sz="1100" b="1" dirty="0"/>
              <a:t>With MCP</a:t>
            </a:r>
            <a:endParaRPr lang="en-US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0F83FC-92AF-68FA-135D-F291F9E8C831}"/>
              </a:ext>
            </a:extLst>
          </p:cNvPr>
          <p:cNvSpPr txBox="1"/>
          <p:nvPr/>
        </p:nvSpPr>
        <p:spPr>
          <a:xfrm>
            <a:off x="5611191" y="4396358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* Standardized protocol</a:t>
            </a:r>
          </a:p>
          <a:p>
            <a:r>
              <a:rPr lang="en-US" sz="900" dirty="0"/>
              <a:t>* Reusable Components</a:t>
            </a:r>
            <a:br>
              <a:rPr lang="en-US" sz="900" dirty="0"/>
            </a:br>
            <a:r>
              <a:rPr lang="en-US" sz="900" dirty="0"/>
              <a:t>* Linear Complexity</a:t>
            </a:r>
            <a:br>
              <a:rPr lang="en-US" sz="900" dirty="0"/>
            </a:br>
            <a:r>
              <a:rPr lang="en-US" sz="900" dirty="0"/>
              <a:t>* Community ecosystem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3BC95A-51C8-B44C-6F7A-811AC2CD2D85}"/>
              </a:ext>
            </a:extLst>
          </p:cNvPr>
          <p:cNvSpPr txBox="1"/>
          <p:nvPr/>
        </p:nvSpPr>
        <p:spPr>
          <a:xfrm>
            <a:off x="811725" y="4435637"/>
            <a:ext cx="2640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* Each integration requires custom development</a:t>
            </a:r>
          </a:p>
          <a:p>
            <a:r>
              <a:rPr lang="en-US" sz="900" dirty="0"/>
              <a:t>* Maintenance nightmare</a:t>
            </a:r>
            <a:br>
              <a:rPr lang="en-US" sz="900" dirty="0"/>
            </a:br>
            <a:r>
              <a:rPr lang="en-US" sz="900" dirty="0"/>
              <a:t>* No Standardization</a:t>
            </a:r>
            <a:br>
              <a:rPr lang="en-US" sz="900" dirty="0"/>
            </a:br>
            <a:r>
              <a:rPr lang="en-US" sz="900" dirty="0"/>
              <a:t>* Exponential Complexity</a:t>
            </a:r>
          </a:p>
        </p:txBody>
      </p:sp>
    </p:spTree>
    <p:extLst>
      <p:ext uri="{BB962C8B-B14F-4D97-AF65-F5344CB8AC3E}">
        <p14:creationId xmlns:p14="http://schemas.microsoft.com/office/powerpoint/2010/main" val="31494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FC006-14D3-C246-20D0-EBADA886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AB4C-A2F5-71D9-A04F-0019AD22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31" y="161315"/>
            <a:ext cx="8686800" cy="542858"/>
          </a:xfrm>
        </p:spPr>
        <p:txBody>
          <a:bodyPr>
            <a:normAutofit/>
          </a:bodyPr>
          <a:lstStyle/>
          <a:p>
            <a:r>
              <a:rPr lang="en-US" dirty="0">
                <a:cs typeface="Arial"/>
              </a:rPr>
              <a:t>Use Cases</a:t>
            </a:r>
          </a:p>
        </p:txBody>
      </p:sp>
      <p:sp>
        <p:nvSpPr>
          <p:cNvPr id="3" name="AutoShape 2" descr="Image of ">
            <a:extLst>
              <a:ext uri="{FF2B5EF4-FFF2-40B4-BE49-F238E27FC236}">
                <a16:creationId xmlns:a16="http://schemas.microsoft.com/office/drawing/2014/main" id="{8520AC61-A523-0E13-BB4D-E69DF24AAC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2ECF3F-2B55-5DE5-D104-3B6191ED5031}"/>
              </a:ext>
            </a:extLst>
          </p:cNvPr>
          <p:cNvSpPr txBox="1"/>
          <p:nvPr/>
        </p:nvSpPr>
        <p:spPr>
          <a:xfrm>
            <a:off x="185057" y="605163"/>
            <a:ext cx="8729395" cy="4393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/>
              <a:t>NIKE</a:t>
            </a:r>
            <a:r>
              <a:rPr lang="en-US" sz="1300" dirty="0"/>
              <a:t> may decide to build AI Agents to Autonomously perform certain tasks to bring in efficiency. </a:t>
            </a:r>
            <a:br>
              <a:rPr lang="en-US" sz="1300" dirty="0"/>
            </a:br>
            <a:r>
              <a:rPr lang="en-US" sz="1300" dirty="0"/>
              <a:t>The agent achieves its goal by i</a:t>
            </a:r>
            <a:r>
              <a:rPr lang="en-US" sz="1200" dirty="0"/>
              <a:t>nteracting with the company's vast, often siloed, internal systems, tools, and data. </a:t>
            </a:r>
            <a:br>
              <a:rPr lang="en-US" sz="1200" dirty="0"/>
            </a:br>
            <a:r>
              <a:rPr lang="en-US" sz="1200" dirty="0"/>
              <a:t>MCP, acting as a bridge, </a:t>
            </a:r>
            <a:r>
              <a:rPr lang="en-US" sz="1200" b="1" dirty="0"/>
              <a:t>streamlines</a:t>
            </a:r>
            <a:r>
              <a:rPr lang="en-US" sz="1200" dirty="0"/>
              <a:t> the process of accessing the company resources by the autonomous AI agents. </a:t>
            </a:r>
          </a:p>
          <a:p>
            <a:br>
              <a:rPr lang="en-US" sz="1300" dirty="0"/>
            </a:br>
            <a:r>
              <a:rPr lang="en-US" sz="1400" b="1" dirty="0"/>
              <a:t>Hypothetical Use Cases</a:t>
            </a:r>
          </a:p>
          <a:p>
            <a:br>
              <a:rPr lang="en-US" sz="1300" b="1" dirty="0"/>
            </a:br>
            <a:r>
              <a:rPr lang="en-US" sz="1300" b="1" dirty="0"/>
              <a:t>1. </a:t>
            </a:r>
            <a:r>
              <a:rPr lang="en-US" b="1" dirty="0"/>
              <a:t>Autonomous Supply Chain Orchestration</a:t>
            </a:r>
            <a:br>
              <a:rPr lang="en-US" dirty="0"/>
            </a:br>
            <a:br>
              <a:rPr lang="en-US" dirty="0"/>
            </a:br>
            <a:r>
              <a:rPr lang="en-US" u="sng" dirty="0"/>
              <a:t>AI Agent Goal</a:t>
            </a:r>
            <a:r>
              <a:rPr lang="en-US" dirty="0"/>
              <a:t>: Proactively manage inventory to avoid stockouts of a popular Shoe model in the Indian market due to an unexpected delay at a manufacturing plant elsewhere.</a:t>
            </a:r>
          </a:p>
          <a:p>
            <a:endParaRPr lang="en-US" dirty="0"/>
          </a:p>
          <a:p>
            <a:r>
              <a:rPr lang="en-US" u="sng" dirty="0"/>
              <a:t>Need for MCP</a:t>
            </a:r>
            <a:r>
              <a:rPr lang="en-US" dirty="0"/>
              <a:t>: The agent must perform a series of interconnected, real-time actions across different platforms-</a:t>
            </a:r>
          </a:p>
          <a:p>
            <a:endParaRPr lang="en-US" dirty="0"/>
          </a:p>
          <a:p>
            <a:r>
              <a:rPr lang="en-US" dirty="0"/>
              <a:t>* Manufacturing ERP (Tool): To receive a real-time alert about the delay and estimate new delivery times.</a:t>
            </a:r>
          </a:p>
          <a:p>
            <a:r>
              <a:rPr lang="en-US" dirty="0"/>
              <a:t>* Demand Forecasting System (Context): To verify the continued high demand prediction for the product in India.</a:t>
            </a:r>
          </a:p>
          <a:p>
            <a:r>
              <a:rPr lang="en-US" dirty="0"/>
              <a:t>* Inventory Management System (Tool): To check stock levels in all regional Indian distribution centers.</a:t>
            </a:r>
          </a:p>
          <a:p>
            <a:r>
              <a:rPr lang="en-US" dirty="0"/>
              <a:t>* Logistics &amp; Carrier Platform (Tool): To automatically re-route in-transit goods or issue an order to transfer inventory from a slower-selling region to India to fill the gap.</a:t>
            </a:r>
          </a:p>
          <a:p>
            <a:endParaRPr lang="en-US" dirty="0"/>
          </a:p>
          <a:p>
            <a:r>
              <a:rPr lang="en-US" dirty="0"/>
              <a:t>MCP enables the agent to make adaptive, real-time decisions by standardizing the complex two-way data exchange between systems, replacing rigid, hard-coded logic with flexible, prompt-driven actions.</a:t>
            </a:r>
          </a:p>
        </p:txBody>
      </p:sp>
    </p:spTree>
    <p:extLst>
      <p:ext uri="{BB962C8B-B14F-4D97-AF65-F5344CB8AC3E}">
        <p14:creationId xmlns:p14="http://schemas.microsoft.com/office/powerpoint/2010/main" val="2048773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C1556-7095-CB5A-E3CF-F4C9AD130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4EC0C-3CB7-66E7-7AD5-20BA010B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31" y="161315"/>
            <a:ext cx="8686800" cy="542858"/>
          </a:xfrm>
        </p:spPr>
        <p:txBody>
          <a:bodyPr>
            <a:normAutofit/>
          </a:bodyPr>
          <a:lstStyle/>
          <a:p>
            <a:r>
              <a:rPr lang="en-US" dirty="0">
                <a:cs typeface="Arial"/>
              </a:rPr>
              <a:t>Use Cases</a:t>
            </a:r>
          </a:p>
        </p:txBody>
      </p:sp>
      <p:sp>
        <p:nvSpPr>
          <p:cNvPr id="3" name="AutoShape 2" descr="Image of ">
            <a:extLst>
              <a:ext uri="{FF2B5EF4-FFF2-40B4-BE49-F238E27FC236}">
                <a16:creationId xmlns:a16="http://schemas.microsoft.com/office/drawing/2014/main" id="{4A5D9951-47CB-618F-9CA6-CDF56BEC7D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C6F862-09AD-9FE9-FFA8-A4EF45E18FE7}"/>
              </a:ext>
            </a:extLst>
          </p:cNvPr>
          <p:cNvSpPr txBox="1"/>
          <p:nvPr/>
        </p:nvSpPr>
        <p:spPr>
          <a:xfrm>
            <a:off x="185057" y="605163"/>
            <a:ext cx="8852926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/>
              <a:t>2. </a:t>
            </a:r>
            <a:r>
              <a:rPr lang="en-US" b="1" dirty="0"/>
              <a:t>Context-Aware Customer Service Agents</a:t>
            </a:r>
            <a:br>
              <a:rPr lang="en-US" dirty="0"/>
            </a:br>
            <a:br>
              <a:rPr lang="en-US" dirty="0"/>
            </a:br>
            <a:r>
              <a:rPr lang="en-US" u="sng" dirty="0"/>
              <a:t>AI Agent Goal</a:t>
            </a:r>
            <a:r>
              <a:rPr lang="en-US" dirty="0"/>
              <a:t>: Resolve a customer inquiry that involves </a:t>
            </a:r>
            <a:br>
              <a:rPr lang="en-US" dirty="0"/>
            </a:br>
            <a:r>
              <a:rPr lang="en-US" dirty="0"/>
              <a:t>           a product return, </a:t>
            </a:r>
            <a:br>
              <a:rPr lang="en-US" dirty="0"/>
            </a:br>
            <a:r>
              <a:rPr lang="en-US" dirty="0"/>
              <a:t>           a credit for a loyalty program, and </a:t>
            </a:r>
            <a:br>
              <a:rPr lang="en-US" dirty="0"/>
            </a:br>
            <a:r>
              <a:rPr lang="en-US" dirty="0"/>
              <a:t>           a personalized recommendation for the next purchase. </a:t>
            </a:r>
          </a:p>
          <a:p>
            <a:br>
              <a:rPr lang="en-US" u="sng" dirty="0"/>
            </a:br>
            <a:r>
              <a:rPr lang="en-US" u="sng" dirty="0"/>
              <a:t>Need for MCP</a:t>
            </a:r>
            <a:r>
              <a:rPr lang="en-US" dirty="0"/>
              <a:t>: The customer service AI agent needs a complete, consolidated view of the customer across multiple back-end systems to act autonomously and provide a human-like, seamless experience:</a:t>
            </a:r>
          </a:p>
          <a:p>
            <a:endParaRPr lang="en-US" dirty="0"/>
          </a:p>
          <a:p>
            <a:r>
              <a:rPr lang="en-US" dirty="0"/>
              <a:t>* CRM System (Tool): To verify customer identity, purchase history, and past service interactions (context).</a:t>
            </a:r>
          </a:p>
          <a:p>
            <a:r>
              <a:rPr lang="en-US" dirty="0"/>
              <a:t>* Loyalty Program Database (Tool): To issue the credit/points directly.</a:t>
            </a:r>
          </a:p>
          <a:p>
            <a:r>
              <a:rPr lang="en-US" dirty="0"/>
              <a:t>* Order and Returns System (Tool): To process the return and generate a shipping label.</a:t>
            </a:r>
          </a:p>
          <a:p>
            <a:r>
              <a:rPr lang="en-US" dirty="0"/>
              <a:t>* Recommendation Engine (Tool): To cross-reference the customer's size, style preference, etc. against current inventory to suggest the next product.</a:t>
            </a:r>
          </a:p>
          <a:p>
            <a:endParaRPr lang="en-US" dirty="0"/>
          </a:p>
          <a:p>
            <a:r>
              <a:rPr lang="en-US" dirty="0"/>
              <a:t>MCP provides the structured context and tool access necessary for the agent to complete this multi-system workflow without escalation to a human agent, dramatically increasing efficiency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61943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BC8EF-B2EA-46C9-2622-CDF64453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86C7-30B9-BFAB-2D11-6FEE59AF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31" y="161315"/>
            <a:ext cx="8686800" cy="542858"/>
          </a:xfrm>
        </p:spPr>
        <p:txBody>
          <a:bodyPr>
            <a:normAutofit/>
          </a:bodyPr>
          <a:lstStyle/>
          <a:p>
            <a:r>
              <a:rPr lang="en-US" dirty="0">
                <a:cs typeface="Arial"/>
              </a:rPr>
              <a:t>Playwright MCP</a:t>
            </a:r>
          </a:p>
        </p:txBody>
      </p:sp>
      <p:sp>
        <p:nvSpPr>
          <p:cNvPr id="3" name="AutoShape 2" descr="Image of ">
            <a:extLst>
              <a:ext uri="{FF2B5EF4-FFF2-40B4-BE49-F238E27FC236}">
                <a16:creationId xmlns:a16="http://schemas.microsoft.com/office/drawing/2014/main" id="{304CD482-5CFF-9BD9-D0D4-BB7094F35E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A8400D-DDB8-1530-6A25-4329936E58F3}"/>
              </a:ext>
            </a:extLst>
          </p:cNvPr>
          <p:cNvSpPr txBox="1"/>
          <p:nvPr/>
        </p:nvSpPr>
        <p:spPr>
          <a:xfrm>
            <a:off x="185057" y="605163"/>
            <a:ext cx="88529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Playwright's </a:t>
            </a:r>
            <a:r>
              <a:rPr lang="en-US" sz="1200" b="1" dirty="0"/>
              <a:t>MCP</a:t>
            </a:r>
            <a:r>
              <a:rPr lang="en-US" sz="1200" dirty="0"/>
              <a:t> solves the core problem of </a:t>
            </a:r>
            <a:r>
              <a:rPr lang="en-US" sz="1200" b="1" dirty="0"/>
              <a:t>integrating advanced AI agents (like LLMs) with real browser automation</a:t>
            </a:r>
            <a:r>
              <a:rPr lang="en-US" sz="1200" dirty="0"/>
              <a:t> for smarter, more efficient, and self-maintaining testing and web tasks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The Problem:</a:t>
            </a:r>
            <a:r>
              <a:rPr lang="en-US" dirty="0"/>
              <a:t> Traditional automation tools, including Playwright itself (without MCP), are </a:t>
            </a:r>
            <a:r>
              <a:rPr lang="en-US" b="1" dirty="0"/>
              <a:t>deterministic</a:t>
            </a:r>
            <a:r>
              <a:rPr lang="en-US" dirty="0"/>
              <a:t>—they execute exactly what is </a:t>
            </a:r>
            <a:r>
              <a:rPr lang="en-US"/>
              <a:t>scripted – rule based.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The MCP Solution:</a:t>
            </a:r>
            <a:r>
              <a:rPr lang="en-US" dirty="0"/>
              <a:t> MCP acts as a standardized </a:t>
            </a:r>
            <a:r>
              <a:rPr lang="en-US" b="1" dirty="0"/>
              <a:t>context bridge</a:t>
            </a:r>
            <a:r>
              <a:rPr lang="en-US" dirty="0"/>
              <a:t> and server. </a:t>
            </a:r>
            <a:br>
              <a:rPr lang="en-US" dirty="0"/>
            </a:br>
            <a:r>
              <a:rPr lang="en-US" dirty="0"/>
              <a:t>It allows AI agents to send natural language commands (e.g., "Login with test user and verify the welcome message") and translates them into Playwright actions.</a:t>
            </a:r>
          </a:p>
        </p:txBody>
      </p:sp>
    </p:spTree>
    <p:extLst>
      <p:ext uri="{BB962C8B-B14F-4D97-AF65-F5344CB8AC3E}">
        <p14:creationId xmlns:p14="http://schemas.microsoft.com/office/powerpoint/2010/main" val="2059820726"/>
      </p:ext>
    </p:extLst>
  </p:cSld>
  <p:clrMapOvr>
    <a:masterClrMapping/>
  </p:clrMapOvr>
</p:sld>
</file>

<file path=ppt/theme/theme1.xml><?xml version="1.0" encoding="utf-8"?>
<a:theme xmlns:a="http://schemas.openxmlformats.org/drawingml/2006/main" name="TGS_Theme">
  <a:themeElements>
    <a:clrScheme name="TGS_Theme_Colors 1">
      <a:dk1>
        <a:srgbClr val="021A32"/>
      </a:dk1>
      <a:lt1>
        <a:srgbClr val="FFFFFF"/>
      </a:lt1>
      <a:dk2>
        <a:srgbClr val="007698"/>
      </a:dk2>
      <a:lt2>
        <a:srgbClr val="F5F5F5"/>
      </a:lt2>
      <a:accent1>
        <a:srgbClr val="C6DC00"/>
      </a:accent1>
      <a:accent2>
        <a:srgbClr val="0095D3"/>
      </a:accent2>
      <a:accent3>
        <a:srgbClr val="007698"/>
      </a:accent3>
      <a:accent4>
        <a:srgbClr val="C6DC00"/>
      </a:accent4>
      <a:accent5>
        <a:srgbClr val="F8971D"/>
      </a:accent5>
      <a:accent6>
        <a:srgbClr val="A3D7F3"/>
      </a:accent6>
      <a:hlink>
        <a:srgbClr val="C6DC00"/>
      </a:hlink>
      <a:folHlink>
        <a:srgbClr val="021A3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GS_Theme" id="{4C192B46-3835-492B-9527-FD4BB8F522F1}" vid="{EFA099A9-648E-4C16-9444-F1EC0C8FF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A96EA7FF05248BFEB620B8001E749" ma:contentTypeVersion="6" ma:contentTypeDescription="Create a new document." ma:contentTypeScope="" ma:versionID="991efadf9f15e6aef77f2a8deafb9d92">
  <xsd:schema xmlns:xsd="http://www.w3.org/2001/XMLSchema" xmlns:xs="http://www.w3.org/2001/XMLSchema" xmlns:p="http://schemas.microsoft.com/office/2006/metadata/properties" xmlns:ns2="a9e82715-6bb1-4e32-8a38-1c360f6d1edf" xmlns:ns3="a58a311c-3dd9-4be7-bf4d-48e4ed8e2fc6" targetNamespace="http://schemas.microsoft.com/office/2006/metadata/properties" ma:root="true" ma:fieldsID="ac45e29aaf9d372f699f0fba224025e8" ns2:_="" ns3:_="">
    <xsd:import namespace="a9e82715-6bb1-4e32-8a38-1c360f6d1edf"/>
    <xsd:import namespace="a58a311c-3dd9-4be7-bf4d-48e4ed8e2f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e82715-6bb1-4e32-8a38-1c360f6d1e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8a311c-3dd9-4be7-bf4d-48e4ed8e2fc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58a311c-3dd9-4be7-bf4d-48e4ed8e2fc6">
      <UserInfo>
        <DisplayName>Jackson, David M.</DisplayName>
        <AccountId>12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E59121-6E7C-48DC-9965-D4B9D24FD2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e82715-6bb1-4e32-8a38-1c360f6d1edf"/>
    <ds:schemaRef ds:uri="a58a311c-3dd9-4be7-bf4d-48e4ed8e2f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F0252B-B6E9-4221-B01E-0247E154DC26}">
  <ds:schemaRefs>
    <ds:schemaRef ds:uri="http://purl.org/dc/terms/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a58a311c-3dd9-4be7-bf4d-48e4ed8e2fc6"/>
    <ds:schemaRef ds:uri="http://schemas.microsoft.com/office/2006/documentManagement/types"/>
    <ds:schemaRef ds:uri="a9e82715-6bb1-4e32-8a38-1c360f6d1edf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11117D9-2152-408D-8EA9-A138D848462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71cb917-b098-4303-b878-c182ec8403ac}" enabled="0" method="" siteId="{371cb917-b098-4303-b878-c182ec8403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7558</TotalTime>
  <Words>693</Words>
  <Application>Microsoft Office PowerPoint</Application>
  <PresentationFormat>On-screen Show (16:9)</PresentationFormat>
  <Paragraphs>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ADLaM Display</vt:lpstr>
      <vt:lpstr>Algerian</vt:lpstr>
      <vt:lpstr>Amasis MT Pro Black</vt:lpstr>
      <vt:lpstr>Aptos Black</vt:lpstr>
      <vt:lpstr>Arial</vt:lpstr>
      <vt:lpstr>Calibri</vt:lpstr>
      <vt:lpstr>TGS_Theme</vt:lpstr>
      <vt:lpstr>AI Agent</vt:lpstr>
      <vt:lpstr>MCP (Model Context Protocol)</vt:lpstr>
      <vt:lpstr>Use Cases</vt:lpstr>
      <vt:lpstr>Use Cases</vt:lpstr>
      <vt:lpstr>Playwright MCP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TEKsystems PowerPoint Template 10112019</dc:title>
  <dc:creator>Microsoft Office User</dc:creator>
  <cp:keywords/>
  <cp:lastModifiedBy>Thakur, Saurov</cp:lastModifiedBy>
  <cp:revision>206</cp:revision>
  <cp:lastPrinted>2019-09-27T20:27:38Z</cp:lastPrinted>
  <dcterms:created xsi:type="dcterms:W3CDTF">2018-04-23T16:24:53Z</dcterms:created>
  <dcterms:modified xsi:type="dcterms:W3CDTF">2025-11-05T04:44:05Z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0x010100F8AA96EA7FF05248BFEB620B8001E749</vt:lpwstr>
  </property>
  <property fmtid="{D5CDD505-2E9C-101B-9397-08002B2CF9AE}" pid="3" name="TaxKeyword">
    <vt:lpwstr/>
  </property>
  <property fmtid="{D5CDD505-2E9C-101B-9397-08002B2CF9AE}" pid="4" name="TEKRole">
    <vt:lpwstr/>
  </property>
  <property fmtid="{D5CDD505-2E9C-101B-9397-08002B2CF9AE}" pid="5" name="TEKRegion">
    <vt:lpwstr/>
  </property>
  <property fmtid="{D5CDD505-2E9C-101B-9397-08002B2CF9AE}" pid="6" name="TEKCustomer">
    <vt:lpwstr/>
  </property>
  <property fmtid="{D5CDD505-2E9C-101B-9397-08002B2CF9AE}" pid="7" name="TEKDivision">
    <vt:lpwstr/>
  </property>
  <property fmtid="{D5CDD505-2E9C-101B-9397-08002B2CF9AE}" pid="8" name="TEKVertical">
    <vt:lpwstr/>
  </property>
  <property fmtid="{D5CDD505-2E9C-101B-9397-08002B2CF9AE}" pid="9" name="j414ba7fb6094238b051f9f45f0f1ee5">
    <vt:lpwstr/>
  </property>
</Properties>
</file>